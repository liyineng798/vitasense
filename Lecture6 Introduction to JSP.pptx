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72" r:id="rId9"/>
    <p:sldId id="274" r:id="rId10"/>
    <p:sldId id="283" r:id="rId11"/>
    <p:sldId id="276" r:id="rId12"/>
    <p:sldId id="279" r:id="rId13"/>
    <p:sldId id="281" r:id="rId14"/>
    <p:sldId id="284" r:id="rId15"/>
    <p:sldId id="285" r:id="rId16"/>
    <p:sldId id="286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1A7509-6F94-4BC8-A681-4D71225EC1B4}" v="317" dt="2026-05-12T16:19:34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/>
    <p:restoredTop sz="79103" autoAdjust="0"/>
  </p:normalViewPr>
  <p:slideViewPr>
    <p:cSldViewPr snapToGrid="0">
      <p:cViewPr varScale="1">
        <p:scale>
          <a:sx n="81" d="100"/>
          <a:sy n="81" d="100"/>
        </p:scale>
        <p:origin x="120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an Yang" userId="2cd3aca38c19a4fd" providerId="LiveId" clId="{E472B686-ACD7-4DCF-885C-3FF64D1DE925}"/>
    <pc:docChg chg="undo custSel addSld delSld modSld">
      <pc:chgData name="Xuan Yang" userId="2cd3aca38c19a4fd" providerId="LiveId" clId="{E472B686-ACD7-4DCF-885C-3FF64D1DE925}" dt="2026-05-12T16:19:34.654" v="1051"/>
      <pc:docMkLst>
        <pc:docMk/>
      </pc:docMkLst>
      <pc:sldChg chg="modSp">
        <pc:chgData name="Xuan Yang" userId="2cd3aca38c19a4fd" providerId="LiveId" clId="{E472B686-ACD7-4DCF-885C-3FF64D1DE925}" dt="2026-04-28T09:19:54.798" v="64" actId="113"/>
        <pc:sldMkLst>
          <pc:docMk/>
          <pc:sldMk cId="184056823" sldId="256"/>
        </pc:sldMkLst>
        <pc:spChg chg="mod">
          <ac:chgData name="Xuan Yang" userId="2cd3aca38c19a4fd" providerId="LiveId" clId="{E472B686-ACD7-4DCF-885C-3FF64D1DE925}" dt="2026-04-28T09:19:27.974" v="33" actId="20577"/>
          <ac:spMkLst>
            <pc:docMk/>
            <pc:sldMk cId="184056823" sldId="256"/>
            <ac:spMk id="2" creationId="{F23E3982-1D11-80AC-99F4-80EAEA4F785E}"/>
          </ac:spMkLst>
        </pc:spChg>
        <pc:spChg chg="mod">
          <ac:chgData name="Xuan Yang" userId="2cd3aca38c19a4fd" providerId="LiveId" clId="{E472B686-ACD7-4DCF-885C-3FF64D1DE925}" dt="2026-04-28T09:19:54.798" v="64" actId="113"/>
          <ac:spMkLst>
            <pc:docMk/>
            <pc:sldMk cId="184056823" sldId="256"/>
            <ac:spMk id="3" creationId="{6CAFD0F9-574B-CD30-7515-D5D6A59F40B4}"/>
          </ac:spMkLst>
        </pc:spChg>
      </pc:sldChg>
      <pc:sldChg chg="modSp mod">
        <pc:chgData name="Xuan Yang" userId="2cd3aca38c19a4fd" providerId="LiveId" clId="{E472B686-ACD7-4DCF-885C-3FF64D1DE925}" dt="2026-04-28T09:32:06.375" v="108" actId="14100"/>
        <pc:sldMkLst>
          <pc:docMk/>
          <pc:sldMk cId="56864207" sldId="257"/>
        </pc:sldMkLst>
        <pc:spChg chg="mod">
          <ac:chgData name="Xuan Yang" userId="2cd3aca38c19a4fd" providerId="LiveId" clId="{E472B686-ACD7-4DCF-885C-3FF64D1DE925}" dt="2026-04-28T09:31:47.356" v="106" actId="6549"/>
          <ac:spMkLst>
            <pc:docMk/>
            <pc:sldMk cId="56864207" sldId="257"/>
            <ac:spMk id="2" creationId="{44700DBA-D843-7C9A-59D7-A862E6F9037D}"/>
          </ac:spMkLst>
        </pc:spChg>
        <pc:graphicFrameChg chg="mod modGraphic">
          <ac:chgData name="Xuan Yang" userId="2cd3aca38c19a4fd" providerId="LiveId" clId="{E472B686-ACD7-4DCF-885C-3FF64D1DE925}" dt="2026-04-28T09:32:06.375" v="108" actId="14100"/>
          <ac:graphicFrameMkLst>
            <pc:docMk/>
            <pc:sldMk cId="56864207" sldId="257"/>
            <ac:graphicFrameMk id="21" creationId="{908F8049-939B-5FC0-1ADF-B13B7ED374C7}"/>
          </ac:graphicFrameMkLst>
        </pc:graphicFrameChg>
      </pc:sldChg>
      <pc:sldChg chg="delSp modSp mod delAnim">
        <pc:chgData name="Xuan Yang" userId="2cd3aca38c19a4fd" providerId="LiveId" clId="{E472B686-ACD7-4DCF-885C-3FF64D1DE925}" dt="2026-04-28T09:36:43.602" v="143" actId="113"/>
        <pc:sldMkLst>
          <pc:docMk/>
          <pc:sldMk cId="429843523" sldId="258"/>
        </pc:sldMkLst>
        <pc:spChg chg="mod">
          <ac:chgData name="Xuan Yang" userId="2cd3aca38c19a4fd" providerId="LiveId" clId="{E472B686-ACD7-4DCF-885C-3FF64D1DE925}" dt="2026-04-28T09:32:43.468" v="109"/>
          <ac:spMkLst>
            <pc:docMk/>
            <pc:sldMk cId="429843523" sldId="258"/>
            <ac:spMk id="2" creationId="{2CC05006-3073-795A-19D1-95A9949A6215}"/>
          </ac:spMkLst>
        </pc:spChg>
        <pc:graphicFrameChg chg="mod modGraphic">
          <ac:chgData name="Xuan Yang" userId="2cd3aca38c19a4fd" providerId="LiveId" clId="{E472B686-ACD7-4DCF-885C-3FF64D1DE925}" dt="2026-04-28T09:36:43.602" v="143" actId="113"/>
          <ac:graphicFrameMkLst>
            <pc:docMk/>
            <pc:sldMk cId="429843523" sldId="258"/>
            <ac:graphicFrameMk id="5" creationId="{F061D4FA-1034-6AA9-D047-6DB542DD6102}"/>
          </ac:graphicFrameMkLst>
        </pc:graphicFrameChg>
      </pc:sldChg>
      <pc:sldChg chg="modSp mod addAnim delAnim modAnim">
        <pc:chgData name="Xuan Yang" userId="2cd3aca38c19a4fd" providerId="LiveId" clId="{E472B686-ACD7-4DCF-885C-3FF64D1DE925}" dt="2026-04-28T09:42:30.691" v="334" actId="1076"/>
        <pc:sldMkLst>
          <pc:docMk/>
          <pc:sldMk cId="1465444129" sldId="259"/>
        </pc:sldMkLst>
        <pc:spChg chg="mod">
          <ac:chgData name="Xuan Yang" userId="2cd3aca38c19a4fd" providerId="LiveId" clId="{E472B686-ACD7-4DCF-885C-3FF64D1DE925}" dt="2026-04-28T09:36:58.436" v="167" actId="20577"/>
          <ac:spMkLst>
            <pc:docMk/>
            <pc:sldMk cId="1465444129" sldId="259"/>
            <ac:spMk id="2" creationId="{E0D4A861-E920-CDD6-5F24-0A9A3EFEBFBD}"/>
          </ac:spMkLst>
        </pc:spChg>
        <pc:spChg chg="mod">
          <ac:chgData name="Xuan Yang" userId="2cd3aca38c19a4fd" providerId="LiveId" clId="{E472B686-ACD7-4DCF-885C-3FF64D1DE925}" dt="2026-04-28T09:42:30.691" v="334" actId="1076"/>
          <ac:spMkLst>
            <pc:docMk/>
            <pc:sldMk cId="1465444129" sldId="259"/>
            <ac:spMk id="6" creationId="{F6964BB1-78AF-886C-92C6-DA7194F799DE}"/>
          </ac:spMkLst>
        </pc:spChg>
        <pc:spChg chg="mod">
          <ac:chgData name="Xuan Yang" userId="2cd3aca38c19a4fd" providerId="LiveId" clId="{E472B686-ACD7-4DCF-885C-3FF64D1DE925}" dt="2026-04-28T09:42:24.512" v="333" actId="1076"/>
          <ac:spMkLst>
            <pc:docMk/>
            <pc:sldMk cId="1465444129" sldId="259"/>
            <ac:spMk id="8" creationId="{7A4E3EC4-60AD-1FF2-3C44-273876BEBFFF}"/>
          </ac:spMkLst>
        </pc:spChg>
        <pc:graphicFrameChg chg="mod modGraphic">
          <ac:chgData name="Xuan Yang" userId="2cd3aca38c19a4fd" providerId="LiveId" clId="{E472B686-ACD7-4DCF-885C-3FF64D1DE925}" dt="2026-04-28T09:41:44.265" v="329"/>
          <ac:graphicFrameMkLst>
            <pc:docMk/>
            <pc:sldMk cId="1465444129" sldId="259"/>
            <ac:graphicFrameMk id="17" creationId="{136A09A5-A4B3-5AC7-2A12-1FD9DF47905B}"/>
          </ac:graphicFrameMkLst>
        </pc:graphicFrameChg>
      </pc:sldChg>
      <pc:sldChg chg="modSp mod modAnim">
        <pc:chgData name="Xuan Yang" userId="2cd3aca38c19a4fd" providerId="LiveId" clId="{E472B686-ACD7-4DCF-885C-3FF64D1DE925}" dt="2026-04-28T09:50:08.539" v="404"/>
        <pc:sldMkLst>
          <pc:docMk/>
          <pc:sldMk cId="701088332" sldId="260"/>
        </pc:sldMkLst>
        <pc:spChg chg="mod">
          <ac:chgData name="Xuan Yang" userId="2cd3aca38c19a4fd" providerId="LiveId" clId="{E472B686-ACD7-4DCF-885C-3FF64D1DE925}" dt="2026-04-28T09:43:43.309" v="342" actId="113"/>
          <ac:spMkLst>
            <pc:docMk/>
            <pc:sldMk cId="701088332" sldId="260"/>
            <ac:spMk id="8" creationId="{5F486038-72A1-9E94-E072-540A2EC6453C}"/>
          </ac:spMkLst>
        </pc:spChg>
        <pc:graphicFrameChg chg="mod modGraphic">
          <ac:chgData name="Xuan Yang" userId="2cd3aca38c19a4fd" providerId="LiveId" clId="{E472B686-ACD7-4DCF-885C-3FF64D1DE925}" dt="2026-04-28T09:50:08.539" v="404"/>
          <ac:graphicFrameMkLst>
            <pc:docMk/>
            <pc:sldMk cId="701088332" sldId="260"/>
            <ac:graphicFrameMk id="29" creationId="{2FC8A4F8-01A8-41FF-206C-B3171AE23232}"/>
          </ac:graphicFrameMkLst>
        </pc:graphicFrameChg>
      </pc:sldChg>
      <pc:sldChg chg="delSp modSp mod addAnim delAnim">
        <pc:chgData name="Xuan Yang" userId="2cd3aca38c19a4fd" providerId="LiveId" clId="{E472B686-ACD7-4DCF-885C-3FF64D1DE925}" dt="2026-05-12T16:01:53.772" v="845"/>
        <pc:sldMkLst>
          <pc:docMk/>
          <pc:sldMk cId="3087301091" sldId="261"/>
        </pc:sldMkLst>
        <pc:spChg chg="mod">
          <ac:chgData name="Xuan Yang" userId="2cd3aca38c19a4fd" providerId="LiveId" clId="{E472B686-ACD7-4DCF-885C-3FF64D1DE925}" dt="2026-04-28T09:52:38.376" v="409" actId="20577"/>
          <ac:spMkLst>
            <pc:docMk/>
            <pc:sldMk cId="3087301091" sldId="261"/>
            <ac:spMk id="2" creationId="{AA8C6A19-3E18-3182-C389-D9B9551D1F49}"/>
          </ac:spMkLst>
        </pc:spChg>
        <pc:graphicFrameChg chg="mod modGraphic">
          <ac:chgData name="Xuan Yang" userId="2cd3aca38c19a4fd" providerId="LiveId" clId="{E472B686-ACD7-4DCF-885C-3FF64D1DE925}" dt="2026-05-12T16:01:53.772" v="845"/>
          <ac:graphicFrameMkLst>
            <pc:docMk/>
            <pc:sldMk cId="3087301091" sldId="261"/>
            <ac:graphicFrameMk id="7" creationId="{B2A575C2-FBEE-86FF-8932-304F1498C162}"/>
          </ac:graphicFrameMkLst>
        </pc:graphicFrameChg>
      </pc:sldChg>
      <pc:sldChg chg="modSp mod">
        <pc:chgData name="Xuan Yang" userId="2cd3aca38c19a4fd" providerId="LiveId" clId="{E472B686-ACD7-4DCF-885C-3FF64D1DE925}" dt="2026-04-28T10:07:19.922" v="655" actId="20577"/>
        <pc:sldMkLst>
          <pc:docMk/>
          <pc:sldMk cId="435390294" sldId="272"/>
        </pc:sldMkLst>
        <pc:spChg chg="mod">
          <ac:chgData name="Xuan Yang" userId="2cd3aca38c19a4fd" providerId="LiveId" clId="{E472B686-ACD7-4DCF-885C-3FF64D1DE925}" dt="2026-04-28T09:58:59.122" v="479" actId="113"/>
          <ac:spMkLst>
            <pc:docMk/>
            <pc:sldMk cId="435390294" sldId="272"/>
            <ac:spMk id="3" creationId="{B9A599FC-E6AE-8FCA-0AB5-22E065663654}"/>
          </ac:spMkLst>
        </pc:spChg>
        <pc:spChg chg="mod">
          <ac:chgData name="Xuan Yang" userId="2cd3aca38c19a4fd" providerId="LiveId" clId="{E472B686-ACD7-4DCF-885C-3FF64D1DE925}" dt="2026-04-28T10:07:07.566" v="652" actId="1076"/>
          <ac:spMkLst>
            <pc:docMk/>
            <pc:sldMk cId="435390294" sldId="272"/>
            <ac:spMk id="5" creationId="{32470134-8958-C7DE-BDAD-CD9789CD44E7}"/>
          </ac:spMkLst>
        </pc:spChg>
        <pc:spChg chg="mod">
          <ac:chgData name="Xuan Yang" userId="2cd3aca38c19a4fd" providerId="LiveId" clId="{E472B686-ACD7-4DCF-885C-3FF64D1DE925}" dt="2026-04-28T10:07:19.922" v="655" actId="20577"/>
          <ac:spMkLst>
            <pc:docMk/>
            <pc:sldMk cId="435390294" sldId="272"/>
            <ac:spMk id="7" creationId="{C2DE5EF1-2C97-412A-7111-A53562B9B35F}"/>
          </ac:spMkLst>
        </pc:spChg>
        <pc:graphicFrameChg chg="mod modGraphic">
          <ac:chgData name="Xuan Yang" userId="2cd3aca38c19a4fd" providerId="LiveId" clId="{E472B686-ACD7-4DCF-885C-3FF64D1DE925}" dt="2026-04-28T10:06:16.146" v="604" actId="20577"/>
          <ac:graphicFrameMkLst>
            <pc:docMk/>
            <pc:sldMk cId="435390294" sldId="272"/>
            <ac:graphicFrameMk id="4" creationId="{4A839C6F-370D-45DF-A48C-B651F02409E5}"/>
          </ac:graphicFrameMkLst>
        </pc:graphicFrameChg>
      </pc:sldChg>
      <pc:sldChg chg="modSp mod">
        <pc:chgData name="Xuan Yang" userId="2cd3aca38c19a4fd" providerId="LiveId" clId="{E472B686-ACD7-4DCF-885C-3FF64D1DE925}" dt="2026-04-28T10:10:24.063" v="674" actId="1076"/>
        <pc:sldMkLst>
          <pc:docMk/>
          <pc:sldMk cId="1831670470" sldId="274"/>
        </pc:sldMkLst>
        <pc:spChg chg="mod">
          <ac:chgData name="Xuan Yang" userId="2cd3aca38c19a4fd" providerId="LiveId" clId="{E472B686-ACD7-4DCF-885C-3FF64D1DE925}" dt="2026-04-28T10:08:01.679" v="657" actId="20577"/>
          <ac:spMkLst>
            <pc:docMk/>
            <pc:sldMk cId="1831670470" sldId="274"/>
            <ac:spMk id="2" creationId="{355318AE-ABD6-4D73-A35F-7B227006AC8A}"/>
          </ac:spMkLst>
        </pc:spChg>
        <pc:spChg chg="mod">
          <ac:chgData name="Xuan Yang" userId="2cd3aca38c19a4fd" providerId="LiveId" clId="{E472B686-ACD7-4DCF-885C-3FF64D1DE925}" dt="2026-04-28T10:10:24.063" v="674" actId="1076"/>
          <ac:spMkLst>
            <pc:docMk/>
            <pc:sldMk cId="1831670470" sldId="274"/>
            <ac:spMk id="8" creationId="{DBF7DD2E-B130-6F35-0BEE-5B0E14116C51}"/>
          </ac:spMkLst>
        </pc:spChg>
        <pc:spChg chg="mod">
          <ac:chgData name="Xuan Yang" userId="2cd3aca38c19a4fd" providerId="LiveId" clId="{E472B686-ACD7-4DCF-885C-3FF64D1DE925}" dt="2026-04-28T10:08:57.323" v="667" actId="1076"/>
          <ac:spMkLst>
            <pc:docMk/>
            <pc:sldMk cId="1831670470" sldId="274"/>
            <ac:spMk id="9" creationId="{5712E12D-8E15-BB74-3289-7B06FDAB4C5B}"/>
          </ac:spMkLst>
        </pc:spChg>
        <pc:spChg chg="mod">
          <ac:chgData name="Xuan Yang" userId="2cd3aca38c19a4fd" providerId="LiveId" clId="{E472B686-ACD7-4DCF-885C-3FF64D1DE925}" dt="2026-04-28T10:09:32.190" v="670" actId="20577"/>
          <ac:spMkLst>
            <pc:docMk/>
            <pc:sldMk cId="1831670470" sldId="274"/>
            <ac:spMk id="16" creationId="{C5648669-7293-15BD-EC2F-6968E07A8E5C}"/>
          </ac:spMkLst>
        </pc:spChg>
        <pc:spChg chg="mod">
          <ac:chgData name="Xuan Yang" userId="2cd3aca38c19a4fd" providerId="LiveId" clId="{E472B686-ACD7-4DCF-885C-3FF64D1DE925}" dt="2026-04-28T10:09:30.001" v="669" actId="1076"/>
          <ac:spMkLst>
            <pc:docMk/>
            <pc:sldMk cId="1831670470" sldId="274"/>
            <ac:spMk id="17" creationId="{71F42EBE-31BC-5B53-863A-F27F88C0A028}"/>
          </ac:spMkLst>
        </pc:spChg>
      </pc:sldChg>
      <pc:sldChg chg="delSp add del setBg delDesignElem">
        <pc:chgData name="Xuan Yang" userId="2cd3aca38c19a4fd" providerId="LiveId" clId="{E472B686-ACD7-4DCF-885C-3FF64D1DE925}" dt="2026-05-12T15:45:25.163" v="678" actId="47"/>
        <pc:sldMkLst>
          <pc:docMk/>
          <pc:sldMk cId="1627772970" sldId="275"/>
        </pc:sldMkLst>
        <pc:spChg chg="del">
          <ac:chgData name="Xuan Yang" userId="2cd3aca38c19a4fd" providerId="LiveId" clId="{E472B686-ACD7-4DCF-885C-3FF64D1DE925}" dt="2026-05-12T15:45:02.261" v="676"/>
          <ac:spMkLst>
            <pc:docMk/>
            <pc:sldMk cId="1627772970" sldId="275"/>
            <ac:spMk id="16" creationId="{2E442304-DDBD-4F7B-8017-36BCC863FB40}"/>
          </ac:spMkLst>
        </pc:spChg>
        <pc:spChg chg="del">
          <ac:chgData name="Xuan Yang" userId="2cd3aca38c19a4fd" providerId="LiveId" clId="{E472B686-ACD7-4DCF-885C-3FF64D1DE925}" dt="2026-05-12T15:45:02.261" v="676"/>
          <ac:spMkLst>
            <pc:docMk/>
            <pc:sldMk cId="1627772970" sldId="275"/>
            <ac:spMk id="18" creationId="{535742DD-1B16-4E9D-B715-0D74B4574A68}"/>
          </ac:spMkLst>
        </pc:spChg>
      </pc:sldChg>
      <pc:sldChg chg="addSp delSp modSp add mod delAnim modAnim">
        <pc:chgData name="Xuan Yang" userId="2cd3aca38c19a4fd" providerId="LiveId" clId="{E472B686-ACD7-4DCF-885C-3FF64D1DE925}" dt="2026-05-12T15:59:09.961" v="841" actId="1076"/>
        <pc:sldMkLst>
          <pc:docMk/>
          <pc:sldMk cId="3118464232" sldId="276"/>
        </pc:sldMkLst>
        <pc:spChg chg="mod">
          <ac:chgData name="Xuan Yang" userId="2cd3aca38c19a4fd" providerId="LiveId" clId="{E472B686-ACD7-4DCF-885C-3FF64D1DE925}" dt="2026-05-12T15:53:49.222" v="750" actId="20577"/>
          <ac:spMkLst>
            <pc:docMk/>
            <pc:sldMk cId="3118464232" sldId="276"/>
            <ac:spMk id="2" creationId="{ECBB94E6-E55D-4FE6-9F7E-815960C1DA9D}"/>
          </ac:spMkLst>
        </pc:spChg>
        <pc:spChg chg="mod">
          <ac:chgData name="Xuan Yang" userId="2cd3aca38c19a4fd" providerId="LiveId" clId="{E472B686-ACD7-4DCF-885C-3FF64D1DE925}" dt="2026-05-12T15:58:50.384" v="838" actId="20577"/>
          <ac:spMkLst>
            <pc:docMk/>
            <pc:sldMk cId="3118464232" sldId="276"/>
            <ac:spMk id="3" creationId="{735A480E-BCF3-4775-B958-1B09FE332BF2}"/>
          </ac:spMkLst>
        </pc:spChg>
        <pc:spChg chg="mod">
          <ac:chgData name="Xuan Yang" userId="2cd3aca38c19a4fd" providerId="LiveId" clId="{E472B686-ACD7-4DCF-885C-3FF64D1DE925}" dt="2026-05-12T15:59:04.905" v="840" actId="1076"/>
          <ac:spMkLst>
            <pc:docMk/>
            <pc:sldMk cId="3118464232" sldId="276"/>
            <ac:spMk id="5" creationId="{250042FA-1E57-0B53-5B28-A1DF66994E3E}"/>
          </ac:spMkLst>
        </pc:spChg>
        <pc:spChg chg="add mod">
          <ac:chgData name="Xuan Yang" userId="2cd3aca38c19a4fd" providerId="LiveId" clId="{E472B686-ACD7-4DCF-885C-3FF64D1DE925}" dt="2026-05-12T15:59:09.961" v="841" actId="1076"/>
          <ac:spMkLst>
            <pc:docMk/>
            <pc:sldMk cId="3118464232" sldId="276"/>
            <ac:spMk id="7" creationId="{F46F1C5C-1287-D35A-D032-3248D4B39BB4}"/>
          </ac:spMkLst>
        </pc:spChg>
        <pc:graphicFrameChg chg="del mod modGraphic">
          <ac:chgData name="Xuan Yang" userId="2cd3aca38c19a4fd" providerId="LiveId" clId="{E472B686-ACD7-4DCF-885C-3FF64D1DE925}" dt="2026-05-12T15:59:00.172" v="839" actId="478"/>
          <ac:graphicFrameMkLst>
            <pc:docMk/>
            <pc:sldMk cId="3118464232" sldId="276"/>
            <ac:graphicFrameMk id="6" creationId="{352CD3DD-D2A8-813A-C86D-2EA39095BC86}"/>
          </ac:graphicFrameMkLst>
        </pc:graphicFrameChg>
      </pc:sldChg>
      <pc:sldChg chg="addSp delSp modSp add mod modAnim modNotesTx">
        <pc:chgData name="Xuan Yang" userId="2cd3aca38c19a4fd" providerId="LiveId" clId="{E472B686-ACD7-4DCF-885C-3FF64D1DE925}" dt="2026-05-12T16:18:28.564" v="1043"/>
        <pc:sldMkLst>
          <pc:docMk/>
          <pc:sldMk cId="3456610258" sldId="279"/>
        </pc:sldMkLst>
        <pc:spChg chg="mod">
          <ac:chgData name="Xuan Yang" userId="2cd3aca38c19a4fd" providerId="LiveId" clId="{E472B686-ACD7-4DCF-885C-3FF64D1DE925}" dt="2026-05-12T16:02:53.296" v="883" actId="20577"/>
          <ac:spMkLst>
            <pc:docMk/>
            <pc:sldMk cId="3456610258" sldId="279"/>
            <ac:spMk id="3" creationId="{873A75AC-D4BC-4D90-8383-44879DE6D923}"/>
          </ac:spMkLst>
        </pc:spChg>
        <pc:spChg chg="mod">
          <ac:chgData name="Xuan Yang" userId="2cd3aca38c19a4fd" providerId="LiveId" clId="{E472B686-ACD7-4DCF-885C-3FF64D1DE925}" dt="2026-05-12T16:06:19.692" v="928" actId="20577"/>
          <ac:spMkLst>
            <pc:docMk/>
            <pc:sldMk cId="3456610258" sldId="279"/>
            <ac:spMk id="4" creationId="{7F5D52FE-5FF8-80F1-FC10-EFED8C797BF2}"/>
          </ac:spMkLst>
        </pc:spChg>
        <pc:spChg chg="add mod">
          <ac:chgData name="Xuan Yang" userId="2cd3aca38c19a4fd" providerId="LiveId" clId="{E472B686-ACD7-4DCF-885C-3FF64D1DE925}" dt="2026-05-12T16:06:17.588" v="926" actId="1076"/>
          <ac:spMkLst>
            <pc:docMk/>
            <pc:sldMk cId="3456610258" sldId="279"/>
            <ac:spMk id="5" creationId="{F4BD0F78-6E5C-8ECB-DA2D-66FFDF870856}"/>
          </ac:spMkLst>
        </pc:spChg>
        <pc:graphicFrameChg chg="del">
          <ac:chgData name="Xuan Yang" userId="2cd3aca38c19a4fd" providerId="LiveId" clId="{E472B686-ACD7-4DCF-885C-3FF64D1DE925}" dt="2026-05-12T16:01:24.120" v="843" actId="478"/>
          <ac:graphicFrameMkLst>
            <pc:docMk/>
            <pc:sldMk cId="3456610258" sldId="279"/>
            <ac:graphicFrameMk id="8" creationId="{EFD9D303-C1BC-4342-91A7-BA5CDCE981E9}"/>
          </ac:graphicFrameMkLst>
        </pc:graphicFrameChg>
      </pc:sldChg>
      <pc:sldChg chg="addSp modSp add mod modAnim">
        <pc:chgData name="Xuan Yang" userId="2cd3aca38c19a4fd" providerId="LiveId" clId="{E472B686-ACD7-4DCF-885C-3FF64D1DE925}" dt="2026-05-12T16:18:48.708" v="1046"/>
        <pc:sldMkLst>
          <pc:docMk/>
          <pc:sldMk cId="1010988420" sldId="281"/>
        </pc:sldMkLst>
        <pc:spChg chg="mod">
          <ac:chgData name="Xuan Yang" userId="2cd3aca38c19a4fd" providerId="LiveId" clId="{E472B686-ACD7-4DCF-885C-3FF64D1DE925}" dt="2026-05-12T16:08:04.467" v="938" actId="20577"/>
          <ac:spMkLst>
            <pc:docMk/>
            <pc:sldMk cId="1010988420" sldId="281"/>
            <ac:spMk id="2" creationId="{77525511-2769-403A-808C-8F6891FACBC2}"/>
          </ac:spMkLst>
        </pc:spChg>
        <pc:spChg chg="mod">
          <ac:chgData name="Xuan Yang" userId="2cd3aca38c19a4fd" providerId="LiveId" clId="{E472B686-ACD7-4DCF-885C-3FF64D1DE925}" dt="2026-05-12T16:10:38.180" v="973" actId="113"/>
          <ac:spMkLst>
            <pc:docMk/>
            <pc:sldMk cId="1010988420" sldId="281"/>
            <ac:spMk id="3" creationId="{227E9A0D-18C4-E2BC-E23E-490E6BD059FE}"/>
          </ac:spMkLst>
        </pc:spChg>
        <pc:spChg chg="add mod">
          <ac:chgData name="Xuan Yang" userId="2cd3aca38c19a4fd" providerId="LiveId" clId="{E472B686-ACD7-4DCF-885C-3FF64D1DE925}" dt="2026-05-12T16:11:56.887" v="986" actId="1076"/>
          <ac:spMkLst>
            <pc:docMk/>
            <pc:sldMk cId="1010988420" sldId="281"/>
            <ac:spMk id="5" creationId="{B9B67C87-BE34-F9D8-EEEB-84206619CC19}"/>
          </ac:spMkLst>
        </pc:spChg>
      </pc:sldChg>
      <pc:sldChg chg="modSp mod">
        <pc:chgData name="Xuan Yang" userId="2cd3aca38c19a4fd" providerId="LiveId" clId="{E472B686-ACD7-4DCF-885C-3FF64D1DE925}" dt="2026-04-28T09:59:59.885" v="496" actId="108"/>
        <pc:sldMkLst>
          <pc:docMk/>
          <pc:sldMk cId="2828888674" sldId="282"/>
        </pc:sldMkLst>
        <pc:spChg chg="mod">
          <ac:chgData name="Xuan Yang" userId="2cd3aca38c19a4fd" providerId="LiveId" clId="{E472B686-ACD7-4DCF-885C-3FF64D1DE925}" dt="2026-04-28T09:56:43.271" v="447" actId="113"/>
          <ac:spMkLst>
            <pc:docMk/>
            <pc:sldMk cId="2828888674" sldId="282"/>
            <ac:spMk id="2" creationId="{37F88847-229C-CAC7-FEE0-C0B0F063F0AC}"/>
          </ac:spMkLst>
        </pc:spChg>
        <pc:spChg chg="mod">
          <ac:chgData name="Xuan Yang" userId="2cd3aca38c19a4fd" providerId="LiveId" clId="{E472B686-ACD7-4DCF-885C-3FF64D1DE925}" dt="2026-04-28T09:59:59.885" v="496" actId="108"/>
          <ac:spMkLst>
            <pc:docMk/>
            <pc:sldMk cId="2828888674" sldId="282"/>
            <ac:spMk id="3" creationId="{2F2C413A-EEF3-7A86-D2E1-B901AE7365A4}"/>
          </ac:spMkLst>
        </pc:spChg>
      </pc:sldChg>
      <pc:sldChg chg="modSp add mod modNotesTx">
        <pc:chgData name="Xuan Yang" userId="2cd3aca38c19a4fd" providerId="LiveId" clId="{E472B686-ACD7-4DCF-885C-3FF64D1DE925}" dt="2026-05-12T15:51:38.733" v="745" actId="20577"/>
        <pc:sldMkLst>
          <pc:docMk/>
          <pc:sldMk cId="3293356215" sldId="283"/>
        </pc:sldMkLst>
        <pc:spChg chg="mod">
          <ac:chgData name="Xuan Yang" userId="2cd3aca38c19a4fd" providerId="LiveId" clId="{E472B686-ACD7-4DCF-885C-3FF64D1DE925}" dt="2026-05-12T15:46:36.537" v="689" actId="207"/>
          <ac:spMkLst>
            <pc:docMk/>
            <pc:sldMk cId="3293356215" sldId="283"/>
            <ac:spMk id="2" creationId="{F916E13B-8262-47D3-92C0-8E6B45E4316F}"/>
          </ac:spMkLst>
        </pc:spChg>
        <pc:graphicFrameChg chg="mod modGraphic">
          <ac:chgData name="Xuan Yang" userId="2cd3aca38c19a4fd" providerId="LiveId" clId="{E472B686-ACD7-4DCF-885C-3FF64D1DE925}" dt="2026-05-12T15:51:38.733" v="745" actId="20577"/>
          <ac:graphicFrameMkLst>
            <pc:docMk/>
            <pc:sldMk cId="3293356215" sldId="283"/>
            <ac:graphicFrameMk id="5" creationId="{EE255AE6-98C4-C419-CAA4-1CD5AD9DFC6A}"/>
          </ac:graphicFrameMkLst>
        </pc:graphicFrameChg>
      </pc:sldChg>
      <pc:sldChg chg="modSp add mod modAnim">
        <pc:chgData name="Xuan Yang" userId="2cd3aca38c19a4fd" providerId="LiveId" clId="{E472B686-ACD7-4DCF-885C-3FF64D1DE925}" dt="2026-05-12T16:18:58.803" v="1047"/>
        <pc:sldMkLst>
          <pc:docMk/>
          <pc:sldMk cId="447869238" sldId="284"/>
        </pc:sldMkLst>
        <pc:spChg chg="mod">
          <ac:chgData name="Xuan Yang" userId="2cd3aca38c19a4fd" providerId="LiveId" clId="{E472B686-ACD7-4DCF-885C-3FF64D1DE925}" dt="2026-05-12T16:08:48.350" v="959" actId="20577"/>
          <ac:spMkLst>
            <pc:docMk/>
            <pc:sldMk cId="447869238" sldId="284"/>
            <ac:spMk id="2" creationId="{4AF73AA3-8290-4066-A394-5D5A8DE93AA1}"/>
          </ac:spMkLst>
        </pc:spChg>
        <pc:spChg chg="mod">
          <ac:chgData name="Xuan Yang" userId="2cd3aca38c19a4fd" providerId="LiveId" clId="{E472B686-ACD7-4DCF-885C-3FF64D1DE925}" dt="2026-05-12T16:13:33.169" v="989" actId="113"/>
          <ac:spMkLst>
            <pc:docMk/>
            <pc:sldMk cId="447869238" sldId="284"/>
            <ac:spMk id="3" creationId="{50131B88-1161-B473-E9FC-C94BF9625D10}"/>
          </ac:spMkLst>
        </pc:spChg>
      </pc:sldChg>
      <pc:sldChg chg="modSp add mod modAnim">
        <pc:chgData name="Xuan Yang" userId="2cd3aca38c19a4fd" providerId="LiveId" clId="{E472B686-ACD7-4DCF-885C-3FF64D1DE925}" dt="2026-05-12T16:19:15.882" v="1048"/>
        <pc:sldMkLst>
          <pc:docMk/>
          <pc:sldMk cId="1544909986" sldId="285"/>
        </pc:sldMkLst>
        <pc:spChg chg="mod">
          <ac:chgData name="Xuan Yang" userId="2cd3aca38c19a4fd" providerId="LiveId" clId="{E472B686-ACD7-4DCF-885C-3FF64D1DE925}" dt="2026-05-12T16:15:17.500" v="1012" actId="207"/>
          <ac:spMkLst>
            <pc:docMk/>
            <pc:sldMk cId="1544909986" sldId="285"/>
            <ac:spMk id="3" creationId="{6C772126-DA2D-7E3C-539F-251EA46C778B}"/>
          </ac:spMkLst>
        </pc:spChg>
      </pc:sldChg>
      <pc:sldChg chg="addSp modSp add mod modAnim">
        <pc:chgData name="Xuan Yang" userId="2cd3aca38c19a4fd" providerId="LiveId" clId="{E472B686-ACD7-4DCF-885C-3FF64D1DE925}" dt="2026-05-12T16:19:34.654" v="1051"/>
        <pc:sldMkLst>
          <pc:docMk/>
          <pc:sldMk cId="4292962550" sldId="286"/>
        </pc:sldMkLst>
        <pc:spChg chg="mod">
          <ac:chgData name="Xuan Yang" userId="2cd3aca38c19a4fd" providerId="LiveId" clId="{E472B686-ACD7-4DCF-885C-3FF64D1DE925}" dt="2026-05-12T16:16:22.499" v="1026" actId="113"/>
          <ac:spMkLst>
            <pc:docMk/>
            <pc:sldMk cId="4292962550" sldId="286"/>
            <ac:spMk id="3" creationId="{824DBAB1-4704-9F2B-30AC-322BD4B4847E}"/>
          </ac:spMkLst>
        </pc:spChg>
        <pc:spChg chg="add mod">
          <ac:chgData name="Xuan Yang" userId="2cd3aca38c19a4fd" providerId="LiveId" clId="{E472B686-ACD7-4DCF-885C-3FF64D1DE925}" dt="2026-05-12T16:19:30.586" v="1050" actId="1076"/>
          <ac:spMkLst>
            <pc:docMk/>
            <pc:sldMk cId="4292962550" sldId="286"/>
            <ac:spMk id="5" creationId="{02AC1323-4685-B2EA-C714-664FA8E29BC4}"/>
          </ac:spMkLst>
        </pc:spChg>
      </pc:sldChg>
    </pc:docChg>
  </pc:docChgLst>
  <pc:docChgLst>
    <pc:chgData name="Xuan Yang" userId="2cd3aca38c19a4fd" providerId="LiveId" clId="{448DCD51-F3CD-5D19-9BD4-53807838607D}"/>
    <pc:docChg chg="modSld">
      <pc:chgData name="Xuan Yang" userId="2cd3aca38c19a4fd" providerId="LiveId" clId="{448DCD51-F3CD-5D19-9BD4-53807838607D}" dt="2026-04-28T08:40:19.174" v="0" actId="20577"/>
      <pc:docMkLst>
        <pc:docMk/>
      </pc:docMkLst>
      <pc:sldChg chg="modSp">
        <pc:chgData name="Xuan Yang" userId="2cd3aca38c19a4fd" providerId="LiveId" clId="{448DCD51-F3CD-5D19-9BD4-53807838607D}" dt="2026-04-28T08:40:19.174" v="0" actId="20577"/>
        <pc:sldMkLst>
          <pc:docMk/>
          <pc:sldMk cId="56864207" sldId="257"/>
        </pc:sldMkLst>
        <pc:graphicFrameChg chg="mod">
          <ac:chgData name="Xuan Yang" userId="2cd3aca38c19a4fd" providerId="LiveId" clId="{448DCD51-F3CD-5D19-9BD4-53807838607D}" dt="2026-04-28T08:40:19.174" v="0" actId="20577"/>
          <ac:graphicFrameMkLst>
            <pc:docMk/>
            <pc:sldMk cId="56864207" sldId="257"/>
            <ac:graphicFrameMk id="21" creationId="{908F8049-939B-5FC0-1ADF-B13B7ED374C7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9E9B42-A331-4873-A040-8C92E1D8441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94E6E17-7B08-4804-9598-F5E4DB6D4393}">
      <dgm:prSet custT="1"/>
      <dgm:spPr/>
      <dgm:t>
        <a:bodyPr/>
        <a:lstStyle/>
        <a:p>
          <a:r>
            <a:rPr lang="en-US" altLang="zh-CN" sz="2800" dirty="0"/>
            <a:t>An HTML page with embedded Java code for dynamic content.</a:t>
          </a:r>
          <a:endParaRPr lang="zh-CN" altLang="en-US" sz="2800" dirty="0"/>
        </a:p>
      </dgm:t>
    </dgm:pt>
    <dgm:pt modelId="{DF1855A1-A92C-45C8-9347-8C5E64C9A5AE}" type="parTrans" cxnId="{1600CB3C-C54C-419C-BD6D-33EC64B1A3AA}">
      <dgm:prSet/>
      <dgm:spPr/>
      <dgm:t>
        <a:bodyPr/>
        <a:lstStyle/>
        <a:p>
          <a:endParaRPr lang="en-US"/>
        </a:p>
      </dgm:t>
    </dgm:pt>
    <dgm:pt modelId="{4384443C-A4B1-432A-86A7-08273E63E022}" type="sibTrans" cxnId="{1600CB3C-C54C-419C-BD6D-33EC64B1A3AA}">
      <dgm:prSet/>
      <dgm:spPr/>
      <dgm:t>
        <a:bodyPr/>
        <a:lstStyle/>
        <a:p>
          <a:endParaRPr lang="en-US"/>
        </a:p>
      </dgm:t>
    </dgm:pt>
    <dgm:pt modelId="{64804666-F4BA-4796-86D9-3A5ACD6EEFE7}">
      <dgm:prSet custT="1"/>
      <dgm:spPr/>
      <dgm:t>
        <a:bodyPr/>
        <a:lstStyle/>
        <a:p>
          <a:pPr algn="ctr">
            <a:buNone/>
          </a:pPr>
          <a:r>
            <a:rPr lang="en-US" sz="2800" b="1" dirty="0">
              <a:solidFill>
                <a:schemeClr val="accent2"/>
              </a:solidFill>
            </a:rPr>
            <a:t>&lt;p&gt;</a:t>
          </a:r>
          <a:r>
            <a:rPr lang="en-US" sz="2800" b="1" dirty="0">
              <a:solidFill>
                <a:schemeClr val="accent4">
                  <a:lumMod val="75000"/>
                </a:schemeClr>
              </a:solidFill>
            </a:rPr>
            <a:t>&lt;% Java</a:t>
          </a:r>
          <a:r>
            <a:rPr lang="en-US" altLang="zh-CN" sz="2800" b="1" dirty="0">
              <a:solidFill>
                <a:schemeClr val="accent4">
                  <a:lumMod val="75000"/>
                </a:schemeClr>
              </a:solidFill>
            </a:rPr>
            <a:t> Code</a:t>
          </a:r>
          <a:r>
            <a:rPr lang="zh-CN" sz="2800" b="1" dirty="0">
              <a:solidFill>
                <a:schemeClr val="accent4">
                  <a:lumMod val="75000"/>
                </a:schemeClr>
              </a:solidFill>
            </a:rPr>
            <a:t> </a:t>
          </a:r>
          <a:r>
            <a:rPr lang="en-US" sz="2800" b="1" dirty="0">
              <a:solidFill>
                <a:schemeClr val="accent4">
                  <a:lumMod val="75000"/>
                </a:schemeClr>
              </a:solidFill>
            </a:rPr>
            <a:t>%&gt;</a:t>
          </a:r>
          <a:r>
            <a:rPr lang="en-US" sz="2800" b="1" dirty="0">
              <a:solidFill>
                <a:schemeClr val="accent2"/>
              </a:solidFill>
            </a:rPr>
            <a:t>&lt;/p&gt;</a:t>
          </a:r>
        </a:p>
      </dgm:t>
    </dgm:pt>
    <dgm:pt modelId="{2BED4B61-0D2D-4C1A-B871-D91760D5B2CF}" type="parTrans" cxnId="{EEA1563A-984B-4ABB-8BA6-19F3D9693E5D}">
      <dgm:prSet/>
      <dgm:spPr/>
      <dgm:t>
        <a:bodyPr/>
        <a:lstStyle/>
        <a:p>
          <a:endParaRPr lang="en-US"/>
        </a:p>
      </dgm:t>
    </dgm:pt>
    <dgm:pt modelId="{733133ED-B654-406C-AF51-3749901C7230}" type="sibTrans" cxnId="{EEA1563A-984B-4ABB-8BA6-19F3D9693E5D}">
      <dgm:prSet/>
      <dgm:spPr/>
      <dgm:t>
        <a:bodyPr/>
        <a:lstStyle/>
        <a:p>
          <a:endParaRPr lang="en-US"/>
        </a:p>
      </dgm:t>
    </dgm:pt>
    <dgm:pt modelId="{1AB58D41-7FD5-47FB-924B-35FD21143AB8}">
      <dgm:prSet custT="1"/>
      <dgm:spPr/>
      <dgm:t>
        <a:bodyPr/>
        <a:lstStyle/>
        <a:p>
          <a:r>
            <a:rPr lang="en-US" altLang="zh-CN" sz="2800" dirty="0"/>
            <a:t>Essentially, it is an </a:t>
          </a:r>
          <a:r>
            <a:rPr lang="en-US" altLang="zh-CN" sz="2800" dirty="0" err="1">
              <a:solidFill>
                <a:schemeClr val="bg1"/>
              </a:solidFill>
            </a:rPr>
            <a:t>HttpServlet</a:t>
          </a:r>
          <a:r>
            <a:rPr lang="en-US" altLang="zh-CN" sz="2800" dirty="0"/>
            <a:t> class. </a:t>
          </a:r>
          <a:endParaRPr lang="zh-CN" altLang="en-US" sz="2800" dirty="0"/>
        </a:p>
      </dgm:t>
    </dgm:pt>
    <dgm:pt modelId="{4D821CF7-93A0-419D-BE07-460E232D97A6}" type="parTrans" cxnId="{C2356BDC-006A-4560-8786-0FB129B7052C}">
      <dgm:prSet/>
      <dgm:spPr/>
      <dgm:t>
        <a:bodyPr/>
        <a:lstStyle/>
        <a:p>
          <a:endParaRPr lang="en-US"/>
        </a:p>
      </dgm:t>
    </dgm:pt>
    <dgm:pt modelId="{C60A472E-7E48-4652-8763-07524E4CD192}" type="sibTrans" cxnId="{C2356BDC-006A-4560-8786-0FB129B7052C}">
      <dgm:prSet/>
      <dgm:spPr/>
      <dgm:t>
        <a:bodyPr/>
        <a:lstStyle/>
        <a:p>
          <a:endParaRPr lang="en-US"/>
        </a:p>
      </dgm:t>
    </dgm:pt>
    <dgm:pt modelId="{2CA854AA-4A1F-46DD-94B0-3E058C174DC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CN" sz="2800" dirty="0"/>
            <a:t>A JSP is </a:t>
          </a:r>
          <a:r>
            <a:rPr lang="en-US" altLang="zh-CN" sz="2800" b="1" dirty="0">
              <a:solidFill>
                <a:schemeClr val="accent1"/>
              </a:solidFill>
            </a:rPr>
            <a:t>converted by the container </a:t>
          </a:r>
          <a:r>
            <a:rPr lang="en-US" altLang="zh-CN" sz="2800" dirty="0"/>
            <a:t>into a subclass of </a:t>
          </a:r>
          <a:r>
            <a:rPr lang="en-US" altLang="zh-CN" sz="2800" b="1" dirty="0" err="1">
              <a:solidFill>
                <a:schemeClr val="accent1"/>
              </a:solidFill>
            </a:rPr>
            <a:t>HttpJspBase</a:t>
          </a:r>
          <a:r>
            <a:rPr lang="en-US" altLang="zh-CN" sz="2800" dirty="0"/>
            <a:t>, which itself is a </a:t>
          </a:r>
          <a:r>
            <a:rPr lang="en-US" altLang="zh-CN" sz="2800" b="1" dirty="0">
              <a:solidFill>
                <a:schemeClr val="accent1"/>
              </a:solidFill>
            </a:rPr>
            <a:t>subclass of </a:t>
          </a:r>
          <a:r>
            <a:rPr lang="en-US" altLang="zh-CN" sz="2800" b="1" dirty="0" err="1">
              <a:solidFill>
                <a:schemeClr val="accent1"/>
              </a:solidFill>
            </a:rPr>
            <a:t>HttpServlet</a:t>
          </a:r>
          <a:r>
            <a:rPr lang="en-US" altLang="zh-CN" sz="2800" dirty="0"/>
            <a:t>.</a:t>
          </a:r>
          <a:endParaRPr lang="en-US" sz="2800" dirty="0"/>
        </a:p>
      </dgm:t>
    </dgm:pt>
    <dgm:pt modelId="{D4665C8C-8A98-4633-8EE1-36F8EF970048}" type="parTrans" cxnId="{460E5DE5-5FFE-4D3D-A649-A53F518D3C02}">
      <dgm:prSet/>
      <dgm:spPr/>
      <dgm:t>
        <a:bodyPr/>
        <a:lstStyle/>
        <a:p>
          <a:endParaRPr lang="en-US"/>
        </a:p>
      </dgm:t>
    </dgm:pt>
    <dgm:pt modelId="{6C1CF5D7-E1EC-4F40-9F7D-55668147D237}" type="sibTrans" cxnId="{460E5DE5-5FFE-4D3D-A649-A53F518D3C02}">
      <dgm:prSet/>
      <dgm:spPr/>
      <dgm:t>
        <a:bodyPr/>
        <a:lstStyle/>
        <a:p>
          <a:endParaRPr lang="en-US"/>
        </a:p>
      </dgm:t>
    </dgm:pt>
    <dgm:pt modelId="{821EA567-8C3D-4F92-B516-A46CB3EBBC44}" type="pres">
      <dgm:prSet presAssocID="{0F9E9B42-A331-4873-A040-8C92E1D8441C}" presName="linear" presStyleCnt="0">
        <dgm:presLayoutVars>
          <dgm:animLvl val="lvl"/>
          <dgm:resizeHandles val="exact"/>
        </dgm:presLayoutVars>
      </dgm:prSet>
      <dgm:spPr/>
    </dgm:pt>
    <dgm:pt modelId="{6847C9D0-1575-4375-B87D-09277C513687}" type="pres">
      <dgm:prSet presAssocID="{794E6E17-7B08-4804-9598-F5E4DB6D439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ABF344F-5B88-4955-A681-D90444D61446}" type="pres">
      <dgm:prSet presAssocID="{794E6E17-7B08-4804-9598-F5E4DB6D4393}" presName="childText" presStyleLbl="revTx" presStyleIdx="0" presStyleCnt="2">
        <dgm:presLayoutVars>
          <dgm:bulletEnabled val="1"/>
        </dgm:presLayoutVars>
      </dgm:prSet>
      <dgm:spPr/>
    </dgm:pt>
    <dgm:pt modelId="{92000DE6-50C7-4510-9496-07135065C804}" type="pres">
      <dgm:prSet presAssocID="{1AB58D41-7FD5-47FB-924B-35FD21143AB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10188D-6432-4239-A1A8-B97F68736E83}" type="pres">
      <dgm:prSet presAssocID="{1AB58D41-7FD5-47FB-924B-35FD21143AB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AA03436-FE9E-4A67-BF4A-C2D6180C0606}" type="presOf" srcId="{1AB58D41-7FD5-47FB-924B-35FD21143AB8}" destId="{92000DE6-50C7-4510-9496-07135065C804}" srcOrd="0" destOrd="0" presId="urn:microsoft.com/office/officeart/2005/8/layout/vList2"/>
    <dgm:cxn modelId="{EEA1563A-984B-4ABB-8BA6-19F3D9693E5D}" srcId="{794E6E17-7B08-4804-9598-F5E4DB6D4393}" destId="{64804666-F4BA-4796-86D9-3A5ACD6EEFE7}" srcOrd="0" destOrd="0" parTransId="{2BED4B61-0D2D-4C1A-B871-D91760D5B2CF}" sibTransId="{733133ED-B654-406C-AF51-3749901C7230}"/>
    <dgm:cxn modelId="{1600CB3C-C54C-419C-BD6D-33EC64B1A3AA}" srcId="{0F9E9B42-A331-4873-A040-8C92E1D8441C}" destId="{794E6E17-7B08-4804-9598-F5E4DB6D4393}" srcOrd="0" destOrd="0" parTransId="{DF1855A1-A92C-45C8-9347-8C5E64C9A5AE}" sibTransId="{4384443C-A4B1-432A-86A7-08273E63E022}"/>
    <dgm:cxn modelId="{D1D3A7A1-5A63-47A1-A9F7-DD7DAF32D054}" type="presOf" srcId="{794E6E17-7B08-4804-9598-F5E4DB6D4393}" destId="{6847C9D0-1575-4375-B87D-09277C513687}" srcOrd="0" destOrd="0" presId="urn:microsoft.com/office/officeart/2005/8/layout/vList2"/>
    <dgm:cxn modelId="{EF6C75B5-8A4E-4E26-BB11-93B96417A4D2}" type="presOf" srcId="{2CA854AA-4A1F-46DD-94B0-3E058C174DCD}" destId="{E210188D-6432-4239-A1A8-B97F68736E83}" srcOrd="0" destOrd="0" presId="urn:microsoft.com/office/officeart/2005/8/layout/vList2"/>
    <dgm:cxn modelId="{EB8984BD-E46D-4BB2-BC1D-BD087175E334}" type="presOf" srcId="{0F9E9B42-A331-4873-A040-8C92E1D8441C}" destId="{821EA567-8C3D-4F92-B516-A46CB3EBBC44}" srcOrd="0" destOrd="0" presId="urn:microsoft.com/office/officeart/2005/8/layout/vList2"/>
    <dgm:cxn modelId="{F6628AD7-2C6D-40E8-9EF3-001033237EE1}" type="presOf" srcId="{64804666-F4BA-4796-86D9-3A5ACD6EEFE7}" destId="{0ABF344F-5B88-4955-A681-D90444D61446}" srcOrd="0" destOrd="0" presId="urn:microsoft.com/office/officeart/2005/8/layout/vList2"/>
    <dgm:cxn modelId="{C2356BDC-006A-4560-8786-0FB129B7052C}" srcId="{0F9E9B42-A331-4873-A040-8C92E1D8441C}" destId="{1AB58D41-7FD5-47FB-924B-35FD21143AB8}" srcOrd="1" destOrd="0" parTransId="{4D821CF7-93A0-419D-BE07-460E232D97A6}" sibTransId="{C60A472E-7E48-4652-8763-07524E4CD192}"/>
    <dgm:cxn modelId="{460E5DE5-5FFE-4D3D-A649-A53F518D3C02}" srcId="{1AB58D41-7FD5-47FB-924B-35FD21143AB8}" destId="{2CA854AA-4A1F-46DD-94B0-3E058C174DCD}" srcOrd="0" destOrd="0" parTransId="{D4665C8C-8A98-4633-8EE1-36F8EF970048}" sibTransId="{6C1CF5D7-E1EC-4F40-9F7D-55668147D237}"/>
    <dgm:cxn modelId="{F9F7180B-E312-4CEC-8E72-5374CD64A6E0}" type="presParOf" srcId="{821EA567-8C3D-4F92-B516-A46CB3EBBC44}" destId="{6847C9D0-1575-4375-B87D-09277C513687}" srcOrd="0" destOrd="0" presId="urn:microsoft.com/office/officeart/2005/8/layout/vList2"/>
    <dgm:cxn modelId="{3D56924D-B342-4267-B878-EB3D4EEFDD17}" type="presParOf" srcId="{821EA567-8C3D-4F92-B516-A46CB3EBBC44}" destId="{0ABF344F-5B88-4955-A681-D90444D61446}" srcOrd="1" destOrd="0" presId="urn:microsoft.com/office/officeart/2005/8/layout/vList2"/>
    <dgm:cxn modelId="{49888362-4798-4E00-9E61-26CFB73DEA91}" type="presParOf" srcId="{821EA567-8C3D-4F92-B516-A46CB3EBBC44}" destId="{92000DE6-50C7-4510-9496-07135065C804}" srcOrd="2" destOrd="0" presId="urn:microsoft.com/office/officeart/2005/8/layout/vList2"/>
    <dgm:cxn modelId="{B67EBCEA-BA3D-4C34-9574-553B46FD6D2E}" type="presParOf" srcId="{821EA567-8C3D-4F92-B516-A46CB3EBBC44}" destId="{E210188D-6432-4239-A1A8-B97F68736E8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9F9863-3204-4D8B-92EA-75339AEE5DBC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5DA669-3D82-4A72-BD8D-41E3B77182AF}">
      <dgm:prSet custT="1"/>
      <dgm:spPr/>
      <dgm:t>
        <a:bodyPr/>
        <a:lstStyle/>
        <a:p>
          <a:r>
            <a:rPr lang="en-US" sz="2800" b="1" i="0" dirty="0"/>
            <a:t>Static part</a:t>
          </a:r>
          <a:endParaRPr lang="en-US" sz="2800" dirty="0"/>
        </a:p>
      </dgm:t>
    </dgm:pt>
    <dgm:pt modelId="{740A341F-69DA-41FD-A501-32F419F6E39C}" type="parTrans" cxnId="{490AE105-D9FD-4322-AF33-ECE28FE6EB8C}">
      <dgm:prSet/>
      <dgm:spPr/>
      <dgm:t>
        <a:bodyPr/>
        <a:lstStyle/>
        <a:p>
          <a:endParaRPr lang="en-US" sz="2400"/>
        </a:p>
      </dgm:t>
    </dgm:pt>
    <dgm:pt modelId="{6B52CF8D-D700-48D3-92BF-749EA5BD0245}" type="sibTrans" cxnId="{490AE105-D9FD-4322-AF33-ECE28FE6EB8C}">
      <dgm:prSet/>
      <dgm:spPr/>
      <dgm:t>
        <a:bodyPr/>
        <a:lstStyle/>
        <a:p>
          <a:endParaRPr lang="en-US" sz="2400"/>
        </a:p>
      </dgm:t>
    </dgm:pt>
    <dgm:pt modelId="{999C497E-2F45-4AAE-8F44-59E251DFDC1E}">
      <dgm:prSet custT="1"/>
      <dgm:spPr/>
      <dgm:t>
        <a:bodyPr/>
        <a:lstStyle/>
        <a:p>
          <a:r>
            <a:rPr lang="en-US" sz="2800" b="0" i="0" dirty="0"/>
            <a:t>Template text, described by HTML.</a:t>
          </a:r>
          <a:endParaRPr lang="en-US" sz="2800" dirty="0"/>
        </a:p>
      </dgm:t>
    </dgm:pt>
    <dgm:pt modelId="{E16ECBEA-4470-4111-9EA7-5366EE319766}" type="parTrans" cxnId="{0543CEE7-FC06-40C0-820F-576FB54DC976}">
      <dgm:prSet/>
      <dgm:spPr/>
      <dgm:t>
        <a:bodyPr/>
        <a:lstStyle/>
        <a:p>
          <a:endParaRPr lang="en-US" sz="2400"/>
        </a:p>
      </dgm:t>
    </dgm:pt>
    <dgm:pt modelId="{FAA864C8-4A80-4EB1-B163-AC1AACA8BC81}" type="sibTrans" cxnId="{0543CEE7-FC06-40C0-820F-576FB54DC976}">
      <dgm:prSet/>
      <dgm:spPr/>
      <dgm:t>
        <a:bodyPr/>
        <a:lstStyle/>
        <a:p>
          <a:endParaRPr lang="en-US" sz="2400"/>
        </a:p>
      </dgm:t>
    </dgm:pt>
    <dgm:pt modelId="{2933018E-9E73-4114-BFF9-37E0E78AA669}">
      <dgm:prSet custT="1"/>
      <dgm:spPr/>
      <dgm:t>
        <a:bodyPr/>
        <a:lstStyle/>
        <a:p>
          <a:r>
            <a:rPr lang="en-US" sz="2800" b="1" i="0" dirty="0"/>
            <a:t>Dynamic part</a:t>
          </a:r>
          <a:endParaRPr lang="en-US" sz="2800" dirty="0"/>
        </a:p>
      </dgm:t>
    </dgm:pt>
    <dgm:pt modelId="{15D4E4E5-17AA-4E88-80C0-FCE4EB67DE3B}" type="parTrans" cxnId="{4646D82B-D61C-4F31-BD97-CE1A4A72D614}">
      <dgm:prSet/>
      <dgm:spPr/>
      <dgm:t>
        <a:bodyPr/>
        <a:lstStyle/>
        <a:p>
          <a:endParaRPr lang="en-US" sz="2400"/>
        </a:p>
      </dgm:t>
    </dgm:pt>
    <dgm:pt modelId="{F0D11435-2073-4312-931F-6373B0AC4A5B}" type="sibTrans" cxnId="{4646D82B-D61C-4F31-BD97-CE1A4A72D614}">
      <dgm:prSet/>
      <dgm:spPr/>
      <dgm:t>
        <a:bodyPr/>
        <a:lstStyle/>
        <a:p>
          <a:endParaRPr lang="en-US" sz="2400"/>
        </a:p>
      </dgm:t>
    </dgm:pt>
    <dgm:pt modelId="{948723DA-D79A-4144-991C-4F6B5ABE721A}">
      <dgm:prSet custT="1"/>
      <dgm:spPr/>
      <dgm:t>
        <a:bodyPr/>
        <a:lstStyle/>
        <a:p>
          <a:r>
            <a:rPr lang="en-US" sz="2400" b="0" i="0" dirty="0"/>
            <a:t>Directive tags </a:t>
          </a:r>
          <a:r>
            <a:rPr lang="en-US" sz="2400" dirty="0"/>
            <a:t>&lt;%</a:t>
          </a:r>
          <a:r>
            <a:rPr lang="en-US" sz="2400" b="1" dirty="0">
              <a:solidFill>
                <a:schemeClr val="accent1"/>
              </a:solidFill>
            </a:rPr>
            <a:t>@</a:t>
          </a:r>
          <a:r>
            <a:rPr lang="en-US" sz="2400" dirty="0"/>
            <a:t>page %&gt;</a:t>
          </a:r>
        </a:p>
      </dgm:t>
    </dgm:pt>
    <dgm:pt modelId="{3023DCCD-5AAB-4B64-AFF3-88D66D8F5628}" type="parTrans" cxnId="{D973D369-2F9C-45A2-95FE-ACAFE7B5B9D8}">
      <dgm:prSet/>
      <dgm:spPr/>
      <dgm:t>
        <a:bodyPr/>
        <a:lstStyle/>
        <a:p>
          <a:endParaRPr lang="en-US" sz="2400"/>
        </a:p>
      </dgm:t>
    </dgm:pt>
    <dgm:pt modelId="{1E24F831-63E1-4A64-9A57-BAB43BE6B0BE}" type="sibTrans" cxnId="{D973D369-2F9C-45A2-95FE-ACAFE7B5B9D8}">
      <dgm:prSet/>
      <dgm:spPr/>
      <dgm:t>
        <a:bodyPr/>
        <a:lstStyle/>
        <a:p>
          <a:endParaRPr lang="en-US" sz="2400"/>
        </a:p>
      </dgm:t>
    </dgm:pt>
    <dgm:pt modelId="{98EA1F90-26DF-4897-A555-55D1F0B6F697}">
      <dgm:prSet custT="1"/>
      <dgm:spPr/>
      <dgm:t>
        <a:bodyPr/>
        <a:lstStyle/>
        <a:p>
          <a:r>
            <a:rPr lang="en-US" sz="2400" b="0" i="0" dirty="0"/>
            <a:t>Scripting tags </a:t>
          </a:r>
          <a:r>
            <a:rPr lang="en-US" sz="2400" dirty="0"/>
            <a:t>&lt;%Java code%&gt;</a:t>
          </a:r>
        </a:p>
      </dgm:t>
    </dgm:pt>
    <dgm:pt modelId="{C499DA26-532A-4CB3-A61A-66AE9A855F61}" type="parTrans" cxnId="{15C6923C-A872-4D68-8749-374A42E39045}">
      <dgm:prSet/>
      <dgm:spPr/>
      <dgm:t>
        <a:bodyPr/>
        <a:lstStyle/>
        <a:p>
          <a:endParaRPr lang="en-US" sz="2400"/>
        </a:p>
      </dgm:t>
    </dgm:pt>
    <dgm:pt modelId="{2C182AA0-FC35-43AE-81A0-E4BAFA9E4237}" type="sibTrans" cxnId="{15C6923C-A872-4D68-8749-374A42E39045}">
      <dgm:prSet/>
      <dgm:spPr/>
      <dgm:t>
        <a:bodyPr/>
        <a:lstStyle/>
        <a:p>
          <a:endParaRPr lang="en-US" sz="2400"/>
        </a:p>
      </dgm:t>
    </dgm:pt>
    <dgm:pt modelId="{B89F226B-A255-49A1-93C8-B2AC19D96ACE}">
      <dgm:prSet custT="1"/>
      <dgm:spPr/>
      <dgm:t>
        <a:bodyPr/>
        <a:lstStyle/>
        <a:p>
          <a:r>
            <a:rPr lang="en-US" sz="2400" b="0" i="0" dirty="0"/>
            <a:t>Expression tags </a:t>
          </a:r>
          <a:r>
            <a:rPr lang="en-US" sz="2400" dirty="0"/>
            <a:t>&lt;%</a:t>
          </a:r>
          <a:r>
            <a:rPr lang="en-US" sz="2400" b="1" dirty="0">
              <a:solidFill>
                <a:schemeClr val="accent1"/>
              </a:solidFill>
            </a:rPr>
            <a:t>=</a:t>
          </a:r>
          <a:r>
            <a:rPr lang="en-US" altLang="zh-CN" sz="2400" dirty="0"/>
            <a:t>value</a:t>
          </a:r>
          <a:r>
            <a:rPr lang="en-US" sz="2400" dirty="0"/>
            <a:t>%&gt;</a:t>
          </a:r>
        </a:p>
      </dgm:t>
    </dgm:pt>
    <dgm:pt modelId="{6A0BEFC9-4F65-4569-9BF7-1AD5F73F3122}" type="parTrans" cxnId="{0A61322D-C6C9-47A4-BA6D-DC22C0425932}">
      <dgm:prSet/>
      <dgm:spPr/>
      <dgm:t>
        <a:bodyPr/>
        <a:lstStyle/>
        <a:p>
          <a:endParaRPr lang="en-US" sz="2400"/>
        </a:p>
      </dgm:t>
    </dgm:pt>
    <dgm:pt modelId="{0A2255AB-63C4-4F87-9409-BDB7D9736CAB}" type="sibTrans" cxnId="{0A61322D-C6C9-47A4-BA6D-DC22C0425932}">
      <dgm:prSet/>
      <dgm:spPr/>
      <dgm:t>
        <a:bodyPr/>
        <a:lstStyle/>
        <a:p>
          <a:endParaRPr lang="en-US" sz="2400"/>
        </a:p>
      </dgm:t>
    </dgm:pt>
    <dgm:pt modelId="{DBBF703C-FC16-48E5-B1CF-391D7C8FCA2F}">
      <dgm:prSet custT="1"/>
      <dgm:spPr/>
      <dgm:t>
        <a:bodyPr/>
        <a:lstStyle/>
        <a:p>
          <a:r>
            <a:rPr lang="en-US" sz="2400" b="0" i="0" dirty="0"/>
            <a:t>Action tags</a:t>
          </a:r>
          <a:r>
            <a:rPr lang="en-US" sz="2400" dirty="0"/>
            <a:t>	&lt;</a:t>
          </a:r>
          <a:r>
            <a:rPr lang="en-US" sz="2400" dirty="0" err="1"/>
            <a:t>jsp:usebean</a:t>
          </a:r>
          <a:r>
            <a:rPr lang="en-US" sz="2400" dirty="0"/>
            <a:t>&gt;</a:t>
          </a:r>
        </a:p>
      </dgm:t>
    </dgm:pt>
    <dgm:pt modelId="{53338D3D-B982-4BF3-A65C-E383BDF2E3E8}" type="parTrans" cxnId="{F987EB26-8C53-4802-BBDE-86C2F4CA4D9B}">
      <dgm:prSet/>
      <dgm:spPr/>
      <dgm:t>
        <a:bodyPr/>
        <a:lstStyle/>
        <a:p>
          <a:endParaRPr lang="en-US" sz="2400"/>
        </a:p>
      </dgm:t>
    </dgm:pt>
    <dgm:pt modelId="{9BA81CF7-0C8D-4036-8995-1C46EF639877}" type="sibTrans" cxnId="{F987EB26-8C53-4802-BBDE-86C2F4CA4D9B}">
      <dgm:prSet/>
      <dgm:spPr/>
      <dgm:t>
        <a:bodyPr/>
        <a:lstStyle/>
        <a:p>
          <a:endParaRPr lang="en-US" sz="2400"/>
        </a:p>
      </dgm:t>
    </dgm:pt>
    <dgm:pt modelId="{5CC82D25-5459-4CFC-9518-0DFBE5306806}" type="pres">
      <dgm:prSet presAssocID="{379F9863-3204-4D8B-92EA-75339AEE5DBC}" presName="Name0" presStyleCnt="0">
        <dgm:presLayoutVars>
          <dgm:dir/>
          <dgm:animLvl val="lvl"/>
          <dgm:resizeHandles val="exact"/>
        </dgm:presLayoutVars>
      </dgm:prSet>
      <dgm:spPr/>
    </dgm:pt>
    <dgm:pt modelId="{70A91627-F3CC-407F-897B-D4322AA47407}" type="pres">
      <dgm:prSet presAssocID="{985DA669-3D82-4A72-BD8D-41E3B77182AF}" presName="composite" presStyleCnt="0"/>
      <dgm:spPr/>
    </dgm:pt>
    <dgm:pt modelId="{91541100-5D56-4683-BA58-D4C5D640CDFB}" type="pres">
      <dgm:prSet presAssocID="{985DA669-3D82-4A72-BD8D-41E3B77182A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935C396-5164-45D6-BA72-61AB54B183CE}" type="pres">
      <dgm:prSet presAssocID="{985DA669-3D82-4A72-BD8D-41E3B77182AF}" presName="desTx" presStyleLbl="alignAccFollowNode1" presStyleIdx="0" presStyleCnt="2">
        <dgm:presLayoutVars>
          <dgm:bulletEnabled val="1"/>
        </dgm:presLayoutVars>
      </dgm:prSet>
      <dgm:spPr/>
    </dgm:pt>
    <dgm:pt modelId="{B45BC715-6555-467B-B8FA-14115D8C4754}" type="pres">
      <dgm:prSet presAssocID="{6B52CF8D-D700-48D3-92BF-749EA5BD0245}" presName="space" presStyleCnt="0"/>
      <dgm:spPr/>
    </dgm:pt>
    <dgm:pt modelId="{B399119F-9CE9-468B-ACD2-0F3B9847D002}" type="pres">
      <dgm:prSet presAssocID="{2933018E-9E73-4114-BFF9-37E0E78AA669}" presName="composite" presStyleCnt="0"/>
      <dgm:spPr/>
    </dgm:pt>
    <dgm:pt modelId="{2B82C4EB-E233-49C7-B5F4-481DE9CCB87A}" type="pres">
      <dgm:prSet presAssocID="{2933018E-9E73-4114-BFF9-37E0E78AA66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3EC171E-7430-497B-AB7A-0B04E0025D75}" type="pres">
      <dgm:prSet presAssocID="{2933018E-9E73-4114-BFF9-37E0E78AA66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5FC7E03-FC5C-481F-9113-00C9158AA014}" type="presOf" srcId="{948723DA-D79A-4144-991C-4F6B5ABE721A}" destId="{73EC171E-7430-497B-AB7A-0B04E0025D75}" srcOrd="0" destOrd="0" presId="urn:microsoft.com/office/officeart/2005/8/layout/hList1"/>
    <dgm:cxn modelId="{490AE105-D9FD-4322-AF33-ECE28FE6EB8C}" srcId="{379F9863-3204-4D8B-92EA-75339AEE5DBC}" destId="{985DA669-3D82-4A72-BD8D-41E3B77182AF}" srcOrd="0" destOrd="0" parTransId="{740A341F-69DA-41FD-A501-32F419F6E39C}" sibTransId="{6B52CF8D-D700-48D3-92BF-749EA5BD0245}"/>
    <dgm:cxn modelId="{F987EB26-8C53-4802-BBDE-86C2F4CA4D9B}" srcId="{2933018E-9E73-4114-BFF9-37E0E78AA669}" destId="{DBBF703C-FC16-48E5-B1CF-391D7C8FCA2F}" srcOrd="3" destOrd="0" parTransId="{53338D3D-B982-4BF3-A65C-E383BDF2E3E8}" sibTransId="{9BA81CF7-0C8D-4036-8995-1C46EF639877}"/>
    <dgm:cxn modelId="{4646D82B-D61C-4F31-BD97-CE1A4A72D614}" srcId="{379F9863-3204-4D8B-92EA-75339AEE5DBC}" destId="{2933018E-9E73-4114-BFF9-37E0E78AA669}" srcOrd="1" destOrd="0" parTransId="{15D4E4E5-17AA-4E88-80C0-FCE4EB67DE3B}" sibTransId="{F0D11435-2073-4312-931F-6373B0AC4A5B}"/>
    <dgm:cxn modelId="{0A61322D-C6C9-47A4-BA6D-DC22C0425932}" srcId="{2933018E-9E73-4114-BFF9-37E0E78AA669}" destId="{B89F226B-A255-49A1-93C8-B2AC19D96ACE}" srcOrd="2" destOrd="0" parTransId="{6A0BEFC9-4F65-4569-9BF7-1AD5F73F3122}" sibTransId="{0A2255AB-63C4-4F87-9409-BDB7D9736CAB}"/>
    <dgm:cxn modelId="{15C6923C-A872-4D68-8749-374A42E39045}" srcId="{2933018E-9E73-4114-BFF9-37E0E78AA669}" destId="{98EA1F90-26DF-4897-A555-55D1F0B6F697}" srcOrd="1" destOrd="0" parTransId="{C499DA26-532A-4CB3-A61A-66AE9A855F61}" sibTransId="{2C182AA0-FC35-43AE-81A0-E4BAFA9E4237}"/>
    <dgm:cxn modelId="{D973D369-2F9C-45A2-95FE-ACAFE7B5B9D8}" srcId="{2933018E-9E73-4114-BFF9-37E0E78AA669}" destId="{948723DA-D79A-4144-991C-4F6B5ABE721A}" srcOrd="0" destOrd="0" parTransId="{3023DCCD-5AAB-4B64-AFF3-88D66D8F5628}" sibTransId="{1E24F831-63E1-4A64-9A57-BAB43BE6B0BE}"/>
    <dgm:cxn modelId="{5528594B-F9EF-4818-9E9E-8A1792EED616}" type="presOf" srcId="{B89F226B-A255-49A1-93C8-B2AC19D96ACE}" destId="{73EC171E-7430-497B-AB7A-0B04E0025D75}" srcOrd="0" destOrd="2" presId="urn:microsoft.com/office/officeart/2005/8/layout/hList1"/>
    <dgm:cxn modelId="{EAED0B58-6D09-40D4-8A58-D754FF9CE057}" type="presOf" srcId="{2933018E-9E73-4114-BFF9-37E0E78AA669}" destId="{2B82C4EB-E233-49C7-B5F4-481DE9CCB87A}" srcOrd="0" destOrd="0" presId="urn:microsoft.com/office/officeart/2005/8/layout/hList1"/>
    <dgm:cxn modelId="{25299680-6C68-4980-A5FE-EF569A0545F4}" type="presOf" srcId="{DBBF703C-FC16-48E5-B1CF-391D7C8FCA2F}" destId="{73EC171E-7430-497B-AB7A-0B04E0025D75}" srcOrd="0" destOrd="3" presId="urn:microsoft.com/office/officeart/2005/8/layout/hList1"/>
    <dgm:cxn modelId="{317BDD90-9620-4D3E-9FC8-FD31E93FBE98}" type="presOf" srcId="{999C497E-2F45-4AAE-8F44-59E251DFDC1E}" destId="{D935C396-5164-45D6-BA72-61AB54B183CE}" srcOrd="0" destOrd="0" presId="urn:microsoft.com/office/officeart/2005/8/layout/hList1"/>
    <dgm:cxn modelId="{A5DC9ADF-0A4D-4A3A-8F1D-46F374675501}" type="presOf" srcId="{985DA669-3D82-4A72-BD8D-41E3B77182AF}" destId="{91541100-5D56-4683-BA58-D4C5D640CDFB}" srcOrd="0" destOrd="0" presId="urn:microsoft.com/office/officeart/2005/8/layout/hList1"/>
    <dgm:cxn modelId="{A3D8D9E3-5618-4B14-937E-7191218A1D90}" type="presOf" srcId="{98EA1F90-26DF-4897-A555-55D1F0B6F697}" destId="{73EC171E-7430-497B-AB7A-0B04E0025D75}" srcOrd="0" destOrd="1" presId="urn:microsoft.com/office/officeart/2005/8/layout/hList1"/>
    <dgm:cxn modelId="{0543CEE7-FC06-40C0-820F-576FB54DC976}" srcId="{985DA669-3D82-4A72-BD8D-41E3B77182AF}" destId="{999C497E-2F45-4AAE-8F44-59E251DFDC1E}" srcOrd="0" destOrd="0" parTransId="{E16ECBEA-4470-4111-9EA7-5366EE319766}" sibTransId="{FAA864C8-4A80-4EB1-B163-AC1AACA8BC81}"/>
    <dgm:cxn modelId="{673BFCE9-072E-4F3F-8D18-FA80CFBF35FC}" type="presOf" srcId="{379F9863-3204-4D8B-92EA-75339AEE5DBC}" destId="{5CC82D25-5459-4CFC-9518-0DFBE5306806}" srcOrd="0" destOrd="0" presId="urn:microsoft.com/office/officeart/2005/8/layout/hList1"/>
    <dgm:cxn modelId="{857A4FF3-830E-4CB1-893B-ECEE89E44147}" type="presParOf" srcId="{5CC82D25-5459-4CFC-9518-0DFBE5306806}" destId="{70A91627-F3CC-407F-897B-D4322AA47407}" srcOrd="0" destOrd="0" presId="urn:microsoft.com/office/officeart/2005/8/layout/hList1"/>
    <dgm:cxn modelId="{8E8E95E6-95F0-41E9-99DE-7C375057DEB2}" type="presParOf" srcId="{70A91627-F3CC-407F-897B-D4322AA47407}" destId="{91541100-5D56-4683-BA58-D4C5D640CDFB}" srcOrd="0" destOrd="0" presId="urn:microsoft.com/office/officeart/2005/8/layout/hList1"/>
    <dgm:cxn modelId="{EF38DA19-B75A-47E6-AB00-E89EF3940F90}" type="presParOf" srcId="{70A91627-F3CC-407F-897B-D4322AA47407}" destId="{D935C396-5164-45D6-BA72-61AB54B183CE}" srcOrd="1" destOrd="0" presId="urn:microsoft.com/office/officeart/2005/8/layout/hList1"/>
    <dgm:cxn modelId="{54FE57A0-F262-4D0C-9263-57C4F818272D}" type="presParOf" srcId="{5CC82D25-5459-4CFC-9518-0DFBE5306806}" destId="{B45BC715-6555-467B-B8FA-14115D8C4754}" srcOrd="1" destOrd="0" presId="urn:microsoft.com/office/officeart/2005/8/layout/hList1"/>
    <dgm:cxn modelId="{64DDEB5C-EED1-4DA4-AF3B-42F45973216C}" type="presParOf" srcId="{5CC82D25-5459-4CFC-9518-0DFBE5306806}" destId="{B399119F-9CE9-468B-ACD2-0F3B9847D002}" srcOrd="2" destOrd="0" presId="urn:microsoft.com/office/officeart/2005/8/layout/hList1"/>
    <dgm:cxn modelId="{E4CEC255-D916-4CB2-8E3E-FFE0A0C1D5F9}" type="presParOf" srcId="{B399119F-9CE9-468B-ACD2-0F3B9847D002}" destId="{2B82C4EB-E233-49C7-B5F4-481DE9CCB87A}" srcOrd="0" destOrd="0" presId="urn:microsoft.com/office/officeart/2005/8/layout/hList1"/>
    <dgm:cxn modelId="{AC6A38DC-0284-40F3-8B07-4E6D62446EFC}" type="presParOf" srcId="{B399119F-9CE9-468B-ACD2-0F3B9847D002}" destId="{73EC171E-7430-497B-AB7A-0B04E0025D7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45631B8-5B25-4165-BA52-39B9E2667A7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8637DF-BFC1-4DBB-B82D-A51119E84B0E}">
      <dgm:prSet custT="1"/>
      <dgm:spPr/>
      <dgm:t>
        <a:bodyPr/>
        <a:lstStyle/>
        <a:p>
          <a:r>
            <a:rPr lang="en-US" altLang="zh-CN" sz="2800" dirty="0"/>
            <a:t>Design GUI</a:t>
          </a:r>
          <a:r>
            <a:rPr lang="en-US" sz="2800" dirty="0"/>
            <a:t> - </a:t>
          </a:r>
          <a:r>
            <a:rPr lang="en-US" altLang="zh-CN" sz="2800" dirty="0"/>
            <a:t>Static Part (</a:t>
          </a:r>
          <a:r>
            <a:rPr lang="en-US" sz="2800" dirty="0"/>
            <a:t>HTML)</a:t>
          </a:r>
        </a:p>
      </dgm:t>
    </dgm:pt>
    <dgm:pt modelId="{1C984BC6-A62A-4DAC-A9A8-DBA52FAFC19C}" type="parTrans" cxnId="{DB743FCE-D967-40FA-89F5-29BE9CDCBA78}">
      <dgm:prSet/>
      <dgm:spPr/>
      <dgm:t>
        <a:bodyPr/>
        <a:lstStyle/>
        <a:p>
          <a:endParaRPr lang="en-US"/>
        </a:p>
      </dgm:t>
    </dgm:pt>
    <dgm:pt modelId="{F2EABDF8-5B4B-49C9-A051-9C6AF34A356E}" type="sibTrans" cxnId="{DB743FCE-D967-40FA-89F5-29BE9CDCBA78}">
      <dgm:prSet/>
      <dgm:spPr/>
      <dgm:t>
        <a:bodyPr/>
        <a:lstStyle/>
        <a:p>
          <a:endParaRPr lang="en-US"/>
        </a:p>
      </dgm:t>
    </dgm:pt>
    <dgm:pt modelId="{4F46B692-90CE-469B-9B1A-D6C18ED442CB}">
      <dgm:prSet custT="1"/>
      <dgm:spPr/>
      <dgm:t>
        <a:bodyPr/>
        <a:lstStyle/>
        <a:p>
          <a:r>
            <a:rPr lang="en-US" altLang="zh-CN" sz="2800" dirty="0"/>
            <a:t>Display result - Dynamic Part</a:t>
          </a:r>
          <a:r>
            <a:rPr lang="zh-CN" sz="2800" dirty="0"/>
            <a:t>（</a:t>
          </a:r>
          <a:r>
            <a:rPr lang="en-US" altLang="zh-CN" sz="2800" dirty="0" err="1"/>
            <a:t>Scriptcode</a:t>
          </a:r>
          <a:r>
            <a:rPr lang="zh-CN" sz="2800" dirty="0"/>
            <a:t>）</a:t>
          </a:r>
          <a:endParaRPr lang="en-US" sz="2800" dirty="0"/>
        </a:p>
      </dgm:t>
    </dgm:pt>
    <dgm:pt modelId="{71097478-0BBC-4076-9E54-FFB8326F6940}" type="parTrans" cxnId="{59D733ED-2107-4DFA-A6F1-885053BB2728}">
      <dgm:prSet/>
      <dgm:spPr/>
      <dgm:t>
        <a:bodyPr/>
        <a:lstStyle/>
        <a:p>
          <a:endParaRPr lang="en-US"/>
        </a:p>
      </dgm:t>
    </dgm:pt>
    <dgm:pt modelId="{EB34C167-1A9D-4214-ADFC-1E24EB81FA0C}" type="sibTrans" cxnId="{59D733ED-2107-4DFA-A6F1-885053BB2728}">
      <dgm:prSet/>
      <dgm:spPr/>
      <dgm:t>
        <a:bodyPr/>
        <a:lstStyle/>
        <a:p>
          <a:endParaRPr lang="en-US"/>
        </a:p>
      </dgm:t>
    </dgm:pt>
    <dgm:pt modelId="{89750DAE-6682-4F40-BE98-1A28A3FCC6E7}">
      <dgm:prSet custT="1"/>
      <dgm:spPr/>
      <dgm:t>
        <a:bodyPr/>
        <a:lstStyle/>
        <a:p>
          <a:r>
            <a:rPr lang="en-US" altLang="zh-CN" sz="2800" dirty="0"/>
            <a:t>Use the print method of the built-in object out.</a:t>
          </a:r>
          <a:endParaRPr lang="en-US" sz="2800" dirty="0"/>
        </a:p>
      </dgm:t>
    </dgm:pt>
    <dgm:pt modelId="{B3EF68AA-4BD1-4A06-A526-5FB2B6D81F09}" type="parTrans" cxnId="{E7A2794A-8E06-4624-8F76-BCB5D7F5BF6B}">
      <dgm:prSet/>
      <dgm:spPr/>
      <dgm:t>
        <a:bodyPr/>
        <a:lstStyle/>
        <a:p>
          <a:endParaRPr lang="en-US"/>
        </a:p>
      </dgm:t>
    </dgm:pt>
    <dgm:pt modelId="{31F9F940-0895-4425-8682-DAC278884550}" type="sibTrans" cxnId="{E7A2794A-8E06-4624-8F76-BCB5D7F5BF6B}">
      <dgm:prSet/>
      <dgm:spPr/>
      <dgm:t>
        <a:bodyPr/>
        <a:lstStyle/>
        <a:p>
          <a:endParaRPr lang="en-US"/>
        </a:p>
      </dgm:t>
    </dgm:pt>
    <dgm:pt modelId="{6656B69C-5647-49E6-9EDC-071AD0500130}">
      <dgm:prSet custT="1"/>
      <dgm:spPr/>
      <dgm:t>
        <a:bodyPr/>
        <a:lstStyle/>
        <a:p>
          <a:r>
            <a:rPr lang="en-US" altLang="zh-CN" sz="2800" dirty="0"/>
            <a:t>Use expression tags &lt;%= %&gt;</a:t>
          </a:r>
          <a:endParaRPr lang="zh-CN" altLang="en-US" sz="2800" dirty="0"/>
        </a:p>
      </dgm:t>
    </dgm:pt>
    <dgm:pt modelId="{020312F0-29CB-47A6-B306-D1A3D4A38272}" type="parTrans" cxnId="{D9DB5387-315D-4569-A4C0-DDD62590660D}">
      <dgm:prSet/>
      <dgm:spPr/>
      <dgm:t>
        <a:bodyPr/>
        <a:lstStyle/>
        <a:p>
          <a:endParaRPr lang="zh-CN" altLang="en-US"/>
        </a:p>
      </dgm:t>
    </dgm:pt>
    <dgm:pt modelId="{419D7C86-3EEA-4E69-B799-F511625F3AE9}" type="sibTrans" cxnId="{D9DB5387-315D-4569-A4C0-DDD62590660D}">
      <dgm:prSet/>
      <dgm:spPr/>
      <dgm:t>
        <a:bodyPr/>
        <a:lstStyle/>
        <a:p>
          <a:endParaRPr lang="zh-CN" altLang="en-US"/>
        </a:p>
      </dgm:t>
    </dgm:pt>
    <dgm:pt modelId="{D7E6D05D-D43A-40FB-BC9C-FA54997F4139}" type="pres">
      <dgm:prSet presAssocID="{645631B8-5B25-4165-BA52-39B9E2667A79}" presName="linear" presStyleCnt="0">
        <dgm:presLayoutVars>
          <dgm:dir/>
          <dgm:animLvl val="lvl"/>
          <dgm:resizeHandles val="exact"/>
        </dgm:presLayoutVars>
      </dgm:prSet>
      <dgm:spPr/>
    </dgm:pt>
    <dgm:pt modelId="{867060E7-FF8C-4F9D-A35E-15E35D69483C}" type="pres">
      <dgm:prSet presAssocID="{1D8637DF-BFC1-4DBB-B82D-A51119E84B0E}" presName="parentLin" presStyleCnt="0"/>
      <dgm:spPr/>
    </dgm:pt>
    <dgm:pt modelId="{1F1B22E2-2208-4D51-A242-1CCA10F040FD}" type="pres">
      <dgm:prSet presAssocID="{1D8637DF-BFC1-4DBB-B82D-A51119E84B0E}" presName="parentLeftMargin" presStyleLbl="node1" presStyleIdx="0" presStyleCnt="2"/>
      <dgm:spPr/>
    </dgm:pt>
    <dgm:pt modelId="{9F2EFB7B-AAF5-4503-BAA7-B108C70E22B1}" type="pres">
      <dgm:prSet presAssocID="{1D8637DF-BFC1-4DBB-B82D-A51119E84B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EC8080-C13E-4A40-A4CD-5F2904030CCD}" type="pres">
      <dgm:prSet presAssocID="{1D8637DF-BFC1-4DBB-B82D-A51119E84B0E}" presName="negativeSpace" presStyleCnt="0"/>
      <dgm:spPr/>
    </dgm:pt>
    <dgm:pt modelId="{321BBFBB-8774-42C9-A411-BAEC7E07AC08}" type="pres">
      <dgm:prSet presAssocID="{1D8637DF-BFC1-4DBB-B82D-A51119E84B0E}" presName="childText" presStyleLbl="conFgAcc1" presStyleIdx="0" presStyleCnt="2">
        <dgm:presLayoutVars>
          <dgm:bulletEnabled val="1"/>
        </dgm:presLayoutVars>
      </dgm:prSet>
      <dgm:spPr/>
    </dgm:pt>
    <dgm:pt modelId="{1B88D12D-41F3-43EA-B4EF-6EE2EF204AFF}" type="pres">
      <dgm:prSet presAssocID="{F2EABDF8-5B4B-49C9-A051-9C6AF34A356E}" presName="spaceBetweenRectangles" presStyleCnt="0"/>
      <dgm:spPr/>
    </dgm:pt>
    <dgm:pt modelId="{1CCF80E4-75DB-4A3A-B88A-36DD802AABEF}" type="pres">
      <dgm:prSet presAssocID="{4F46B692-90CE-469B-9B1A-D6C18ED442CB}" presName="parentLin" presStyleCnt="0"/>
      <dgm:spPr/>
    </dgm:pt>
    <dgm:pt modelId="{74485983-425B-49F9-8C20-7C8580937F5B}" type="pres">
      <dgm:prSet presAssocID="{4F46B692-90CE-469B-9B1A-D6C18ED442CB}" presName="parentLeftMargin" presStyleLbl="node1" presStyleIdx="0" presStyleCnt="2"/>
      <dgm:spPr/>
    </dgm:pt>
    <dgm:pt modelId="{0AD279AB-40EE-4A00-A9D4-95A5A36F39E3}" type="pres">
      <dgm:prSet presAssocID="{4F46B692-90CE-469B-9B1A-D6C18ED442C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8B08AD3-CA8A-47D4-A0C5-7061BB76B372}" type="pres">
      <dgm:prSet presAssocID="{4F46B692-90CE-469B-9B1A-D6C18ED442CB}" presName="negativeSpace" presStyleCnt="0"/>
      <dgm:spPr/>
    </dgm:pt>
    <dgm:pt modelId="{4F35AD25-7A4C-4AD1-9B56-AE513552138D}" type="pres">
      <dgm:prSet presAssocID="{4F46B692-90CE-469B-9B1A-D6C18ED442C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1B04145-840C-4033-852C-9948CD3B88EA}" type="presOf" srcId="{1D8637DF-BFC1-4DBB-B82D-A51119E84B0E}" destId="{1F1B22E2-2208-4D51-A242-1CCA10F040FD}" srcOrd="0" destOrd="0" presId="urn:microsoft.com/office/officeart/2005/8/layout/list1"/>
    <dgm:cxn modelId="{E7A2794A-8E06-4624-8F76-BCB5D7F5BF6B}" srcId="{4F46B692-90CE-469B-9B1A-D6C18ED442CB}" destId="{89750DAE-6682-4F40-BE98-1A28A3FCC6E7}" srcOrd="0" destOrd="0" parTransId="{B3EF68AA-4BD1-4A06-A526-5FB2B6D81F09}" sibTransId="{31F9F940-0895-4425-8682-DAC278884550}"/>
    <dgm:cxn modelId="{1F9F2276-BE17-4A02-89B2-078F63B3C14B}" type="presOf" srcId="{1D8637DF-BFC1-4DBB-B82D-A51119E84B0E}" destId="{9F2EFB7B-AAF5-4503-BAA7-B108C70E22B1}" srcOrd="1" destOrd="0" presId="urn:microsoft.com/office/officeart/2005/8/layout/list1"/>
    <dgm:cxn modelId="{A624767E-2A6C-4709-844F-427B2BA08D19}" type="presOf" srcId="{4F46B692-90CE-469B-9B1A-D6C18ED442CB}" destId="{0AD279AB-40EE-4A00-A9D4-95A5A36F39E3}" srcOrd="1" destOrd="0" presId="urn:microsoft.com/office/officeart/2005/8/layout/list1"/>
    <dgm:cxn modelId="{D9DB5387-315D-4569-A4C0-DDD62590660D}" srcId="{4F46B692-90CE-469B-9B1A-D6C18ED442CB}" destId="{6656B69C-5647-49E6-9EDC-071AD0500130}" srcOrd="1" destOrd="0" parTransId="{020312F0-29CB-47A6-B306-D1A3D4A38272}" sibTransId="{419D7C86-3EEA-4E69-B799-F511625F3AE9}"/>
    <dgm:cxn modelId="{F3D8EE87-BBB6-45D9-BC38-8A525C67B6B1}" type="presOf" srcId="{6656B69C-5647-49E6-9EDC-071AD0500130}" destId="{4F35AD25-7A4C-4AD1-9B56-AE513552138D}" srcOrd="0" destOrd="1" presId="urn:microsoft.com/office/officeart/2005/8/layout/list1"/>
    <dgm:cxn modelId="{DB743FCE-D967-40FA-89F5-29BE9CDCBA78}" srcId="{645631B8-5B25-4165-BA52-39B9E2667A79}" destId="{1D8637DF-BFC1-4DBB-B82D-A51119E84B0E}" srcOrd="0" destOrd="0" parTransId="{1C984BC6-A62A-4DAC-A9A8-DBA52FAFC19C}" sibTransId="{F2EABDF8-5B4B-49C9-A051-9C6AF34A356E}"/>
    <dgm:cxn modelId="{7CC9CBD9-95EA-4DBA-8E9B-0EC233FAA44E}" type="presOf" srcId="{645631B8-5B25-4165-BA52-39B9E2667A79}" destId="{D7E6D05D-D43A-40FB-BC9C-FA54997F4139}" srcOrd="0" destOrd="0" presId="urn:microsoft.com/office/officeart/2005/8/layout/list1"/>
    <dgm:cxn modelId="{59D733ED-2107-4DFA-A6F1-885053BB2728}" srcId="{645631B8-5B25-4165-BA52-39B9E2667A79}" destId="{4F46B692-90CE-469B-9B1A-D6C18ED442CB}" srcOrd="1" destOrd="0" parTransId="{71097478-0BBC-4076-9E54-FFB8326F6940}" sibTransId="{EB34C167-1A9D-4214-ADFC-1E24EB81FA0C}"/>
    <dgm:cxn modelId="{23F974F1-4984-4E86-8BB2-989CCBB6114F}" type="presOf" srcId="{89750DAE-6682-4F40-BE98-1A28A3FCC6E7}" destId="{4F35AD25-7A4C-4AD1-9B56-AE513552138D}" srcOrd="0" destOrd="0" presId="urn:microsoft.com/office/officeart/2005/8/layout/list1"/>
    <dgm:cxn modelId="{71F492F6-7C83-46AA-A8E0-7D50F063A60C}" type="presOf" srcId="{4F46B692-90CE-469B-9B1A-D6C18ED442CB}" destId="{74485983-425B-49F9-8C20-7C8580937F5B}" srcOrd="0" destOrd="0" presId="urn:microsoft.com/office/officeart/2005/8/layout/list1"/>
    <dgm:cxn modelId="{6F5B3CD4-F3E4-4EAF-B4A6-358756CE41B1}" type="presParOf" srcId="{D7E6D05D-D43A-40FB-BC9C-FA54997F4139}" destId="{867060E7-FF8C-4F9D-A35E-15E35D69483C}" srcOrd="0" destOrd="0" presId="urn:microsoft.com/office/officeart/2005/8/layout/list1"/>
    <dgm:cxn modelId="{AD9F0DD0-0A49-4B36-BF7F-C890D616756C}" type="presParOf" srcId="{867060E7-FF8C-4F9D-A35E-15E35D69483C}" destId="{1F1B22E2-2208-4D51-A242-1CCA10F040FD}" srcOrd="0" destOrd="0" presId="urn:microsoft.com/office/officeart/2005/8/layout/list1"/>
    <dgm:cxn modelId="{1FDFE2D7-20E3-4580-BC31-F164DC78DD4F}" type="presParOf" srcId="{867060E7-FF8C-4F9D-A35E-15E35D69483C}" destId="{9F2EFB7B-AAF5-4503-BAA7-B108C70E22B1}" srcOrd="1" destOrd="0" presId="urn:microsoft.com/office/officeart/2005/8/layout/list1"/>
    <dgm:cxn modelId="{46C3F531-6676-4C8B-8F3A-9064DF02489B}" type="presParOf" srcId="{D7E6D05D-D43A-40FB-BC9C-FA54997F4139}" destId="{91EC8080-C13E-4A40-A4CD-5F2904030CCD}" srcOrd="1" destOrd="0" presId="urn:microsoft.com/office/officeart/2005/8/layout/list1"/>
    <dgm:cxn modelId="{21416C41-673B-4FF9-B6BA-4AA7732A2DDA}" type="presParOf" srcId="{D7E6D05D-D43A-40FB-BC9C-FA54997F4139}" destId="{321BBFBB-8774-42C9-A411-BAEC7E07AC08}" srcOrd="2" destOrd="0" presId="urn:microsoft.com/office/officeart/2005/8/layout/list1"/>
    <dgm:cxn modelId="{93DAB1ED-C353-4F5A-9580-8140FDBD3F02}" type="presParOf" srcId="{D7E6D05D-D43A-40FB-BC9C-FA54997F4139}" destId="{1B88D12D-41F3-43EA-B4EF-6EE2EF204AFF}" srcOrd="3" destOrd="0" presId="urn:microsoft.com/office/officeart/2005/8/layout/list1"/>
    <dgm:cxn modelId="{07322D8E-D174-416F-A47D-6E88941E9D2F}" type="presParOf" srcId="{D7E6D05D-D43A-40FB-BC9C-FA54997F4139}" destId="{1CCF80E4-75DB-4A3A-B88A-36DD802AABEF}" srcOrd="4" destOrd="0" presId="urn:microsoft.com/office/officeart/2005/8/layout/list1"/>
    <dgm:cxn modelId="{91AE9F39-6086-4332-BA30-539E74E1B711}" type="presParOf" srcId="{1CCF80E4-75DB-4A3A-B88A-36DD802AABEF}" destId="{74485983-425B-49F9-8C20-7C8580937F5B}" srcOrd="0" destOrd="0" presId="urn:microsoft.com/office/officeart/2005/8/layout/list1"/>
    <dgm:cxn modelId="{852FA449-B77C-4193-A81E-97F939FED3DD}" type="presParOf" srcId="{1CCF80E4-75DB-4A3A-B88A-36DD802AABEF}" destId="{0AD279AB-40EE-4A00-A9D4-95A5A36F39E3}" srcOrd="1" destOrd="0" presId="urn:microsoft.com/office/officeart/2005/8/layout/list1"/>
    <dgm:cxn modelId="{CD37298A-F8C3-434C-B2AD-C5E243995C79}" type="presParOf" srcId="{D7E6D05D-D43A-40FB-BC9C-FA54997F4139}" destId="{C8B08AD3-CA8A-47D4-A0C5-7061BB76B372}" srcOrd="5" destOrd="0" presId="urn:microsoft.com/office/officeart/2005/8/layout/list1"/>
    <dgm:cxn modelId="{4D0416F7-B7B5-411A-B5A4-6577F4012306}" type="presParOf" srcId="{D7E6D05D-D43A-40FB-BC9C-FA54997F4139}" destId="{4F35AD25-7A4C-4AD1-9B56-AE513552138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95E6144-5362-43AE-8241-31634471638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BECF43D-E413-4BD2-9E8C-6663B8E520AD}">
      <dgm:prSet custT="1"/>
      <dgm:spPr/>
      <dgm:t>
        <a:bodyPr/>
        <a:lstStyle/>
        <a:p>
          <a:r>
            <a:rPr lang="en-US" altLang="zh-CN" sz="2800" dirty="0"/>
            <a:t>How to handle null values?</a:t>
          </a:r>
          <a:endParaRPr lang="en-US" sz="2800" dirty="0"/>
        </a:p>
      </dgm:t>
    </dgm:pt>
    <dgm:pt modelId="{2FABE38D-5376-41DC-8CC3-EB048B866FEB}" type="parTrans" cxnId="{AA84246D-962F-4EEA-869F-8FC199E89CBD}">
      <dgm:prSet/>
      <dgm:spPr/>
      <dgm:t>
        <a:bodyPr/>
        <a:lstStyle/>
        <a:p>
          <a:endParaRPr lang="en-US" sz="2800"/>
        </a:p>
      </dgm:t>
    </dgm:pt>
    <dgm:pt modelId="{10F713C2-02A1-4B00-A097-815907C1344A}" type="sibTrans" cxnId="{AA84246D-962F-4EEA-869F-8FC199E89CBD}">
      <dgm:prSet/>
      <dgm:spPr/>
      <dgm:t>
        <a:bodyPr/>
        <a:lstStyle/>
        <a:p>
          <a:endParaRPr lang="en-US" sz="2800"/>
        </a:p>
      </dgm:t>
    </dgm:pt>
    <dgm:pt modelId="{8D0DD55C-E2A8-435E-9DC8-5C148797E912}">
      <dgm:prSet custT="1"/>
      <dgm:spPr/>
      <dgm:t>
        <a:bodyPr/>
        <a:lstStyle/>
        <a:p>
          <a:r>
            <a:rPr lang="en-US" altLang="zh-CN" sz="2800" dirty="0"/>
            <a:t>Write an </a:t>
          </a:r>
          <a:r>
            <a:rPr lang="en-US" altLang="zh-CN" sz="2800" b="1" dirty="0">
              <a:solidFill>
                <a:schemeClr val="accent1"/>
              </a:solidFill>
            </a:rPr>
            <a:t>if statement </a:t>
          </a:r>
          <a:r>
            <a:rPr lang="en-US" altLang="zh-CN" sz="2800" dirty="0"/>
            <a:t>in the scripting tag.</a:t>
          </a:r>
          <a:endParaRPr lang="en-US" sz="2800" dirty="0"/>
        </a:p>
      </dgm:t>
    </dgm:pt>
    <dgm:pt modelId="{5E06939C-3CA9-433F-B057-37D7EE2DE6CF}" type="parTrans" cxnId="{CC7A4164-5EBE-4E69-88CD-1A105C8B730B}">
      <dgm:prSet/>
      <dgm:spPr/>
      <dgm:t>
        <a:bodyPr/>
        <a:lstStyle/>
        <a:p>
          <a:endParaRPr lang="en-US" sz="2800"/>
        </a:p>
      </dgm:t>
    </dgm:pt>
    <dgm:pt modelId="{01DBCC77-70A7-41D3-B11F-D8041F905B27}" type="sibTrans" cxnId="{CC7A4164-5EBE-4E69-88CD-1A105C8B730B}">
      <dgm:prSet/>
      <dgm:spPr/>
      <dgm:t>
        <a:bodyPr/>
        <a:lstStyle/>
        <a:p>
          <a:endParaRPr lang="en-US" sz="2800"/>
        </a:p>
      </dgm:t>
    </dgm:pt>
    <dgm:pt modelId="{DECCC2E8-FE66-4529-B0EE-E75186AAF744}">
      <dgm:prSet custT="1"/>
      <dgm:spPr/>
      <dgm:t>
        <a:bodyPr/>
        <a:lstStyle/>
        <a:p>
          <a:r>
            <a:rPr lang="en-US" altLang="zh-CN" sz="2800" dirty="0"/>
            <a:t>If the output value in a JavaBean object</a:t>
          </a:r>
          <a:endParaRPr lang="en-US" sz="2800" dirty="0"/>
        </a:p>
      </dgm:t>
    </dgm:pt>
    <dgm:pt modelId="{136BB33F-B563-4696-864D-7340BF576E70}" type="parTrans" cxnId="{35697F25-93DF-4A16-AC5B-11C5E7ECC71F}">
      <dgm:prSet/>
      <dgm:spPr/>
      <dgm:t>
        <a:bodyPr/>
        <a:lstStyle/>
        <a:p>
          <a:endParaRPr lang="en-US" sz="2800"/>
        </a:p>
      </dgm:t>
    </dgm:pt>
    <dgm:pt modelId="{2A479A32-B640-42DC-8E6F-3B308AA8B2BC}" type="sibTrans" cxnId="{35697F25-93DF-4A16-AC5B-11C5E7ECC71F}">
      <dgm:prSet/>
      <dgm:spPr/>
      <dgm:t>
        <a:bodyPr/>
        <a:lstStyle/>
        <a:p>
          <a:endParaRPr lang="en-US" sz="2800"/>
        </a:p>
      </dgm:t>
    </dgm:pt>
    <dgm:pt modelId="{95E11278-132C-4C1D-8C0C-8A81CC66DE71}">
      <dgm:prSet custT="1"/>
      <dgm:spPr/>
      <dgm:t>
        <a:bodyPr/>
        <a:lstStyle/>
        <a:p>
          <a:r>
            <a:rPr lang="en-US" altLang="zh-CN" sz="2800" dirty="0"/>
            <a:t>In JSP, importing is done via JSP directive tags.</a:t>
          </a:r>
          <a:endParaRPr lang="en-US" sz="2800" dirty="0"/>
        </a:p>
      </dgm:t>
    </dgm:pt>
    <dgm:pt modelId="{B7CEACDE-9091-4755-9E65-C890ACBCABE5}" type="parTrans" cxnId="{02AD2D4C-7E53-4B2E-B538-2D247FA22675}">
      <dgm:prSet/>
      <dgm:spPr/>
      <dgm:t>
        <a:bodyPr/>
        <a:lstStyle/>
        <a:p>
          <a:endParaRPr lang="en-US" sz="2800"/>
        </a:p>
      </dgm:t>
    </dgm:pt>
    <dgm:pt modelId="{E3565E69-CB9C-457A-B88B-4A633345B813}" type="sibTrans" cxnId="{02AD2D4C-7E53-4B2E-B538-2D247FA22675}">
      <dgm:prSet/>
      <dgm:spPr/>
      <dgm:t>
        <a:bodyPr/>
        <a:lstStyle/>
        <a:p>
          <a:endParaRPr lang="en-US" sz="2800"/>
        </a:p>
      </dgm:t>
    </dgm:pt>
    <dgm:pt modelId="{378D90CA-1D72-4EBC-AC4A-AE5DB9ED825F}">
      <dgm:prSet custT="1"/>
      <dgm:spPr/>
      <dgm:t>
        <a:bodyPr/>
        <a:lstStyle/>
        <a:p>
          <a:pPr>
            <a:buNone/>
          </a:pPr>
          <a:r>
            <a:rPr lang="en-US" sz="2800" b="1" dirty="0"/>
            <a:t>&lt;%@page import =</a:t>
          </a:r>
          <a:r>
            <a:rPr lang="en-US" sz="2800" b="1" i="1" dirty="0"/>
            <a:t>"</a:t>
          </a:r>
          <a:r>
            <a:rPr lang="en-US" altLang="zh-CN" sz="2800" b="1" i="1" dirty="0" err="1"/>
            <a:t>xxx</a:t>
          </a:r>
          <a:r>
            <a:rPr lang="en-US" sz="2800" b="1" i="1" dirty="0" err="1"/>
            <a:t>.xxx.Class</a:t>
          </a:r>
          <a:r>
            <a:rPr lang="en-US" altLang="zh-CN" sz="2800" b="1" i="1" dirty="0" err="1"/>
            <a:t>name</a:t>
          </a:r>
          <a:r>
            <a:rPr lang="en-US" sz="2800" b="1" i="1" dirty="0"/>
            <a:t>"%&gt;</a:t>
          </a:r>
          <a:endParaRPr lang="en-US" sz="2800" dirty="0"/>
        </a:p>
      </dgm:t>
    </dgm:pt>
    <dgm:pt modelId="{DD769AD7-AFF6-49D1-B03D-A59FADD8E386}" type="parTrans" cxnId="{4C4C59A6-59C7-4FB2-9668-CCB910015E61}">
      <dgm:prSet/>
      <dgm:spPr/>
      <dgm:t>
        <a:bodyPr/>
        <a:lstStyle/>
        <a:p>
          <a:endParaRPr lang="zh-CN" altLang="en-US"/>
        </a:p>
      </dgm:t>
    </dgm:pt>
    <dgm:pt modelId="{416DF64C-508C-4641-8D69-422F6315A27A}" type="sibTrans" cxnId="{4C4C59A6-59C7-4FB2-9668-CCB910015E61}">
      <dgm:prSet/>
      <dgm:spPr/>
      <dgm:t>
        <a:bodyPr/>
        <a:lstStyle/>
        <a:p>
          <a:endParaRPr lang="zh-CN" altLang="en-US"/>
        </a:p>
      </dgm:t>
    </dgm:pt>
    <dgm:pt modelId="{748F5312-30BA-4E64-867A-EFDDB8F52935}" type="pres">
      <dgm:prSet presAssocID="{595E6144-5362-43AE-8241-316344716384}" presName="linear" presStyleCnt="0">
        <dgm:presLayoutVars>
          <dgm:dir/>
          <dgm:animLvl val="lvl"/>
          <dgm:resizeHandles val="exact"/>
        </dgm:presLayoutVars>
      </dgm:prSet>
      <dgm:spPr/>
    </dgm:pt>
    <dgm:pt modelId="{9E07AC14-ABE3-4B90-906E-7619639F80E1}" type="pres">
      <dgm:prSet presAssocID="{EBECF43D-E413-4BD2-9E8C-6663B8E520AD}" presName="parentLin" presStyleCnt="0"/>
      <dgm:spPr/>
    </dgm:pt>
    <dgm:pt modelId="{92CAA731-137E-40D8-B16B-F76F462EFB18}" type="pres">
      <dgm:prSet presAssocID="{EBECF43D-E413-4BD2-9E8C-6663B8E520AD}" presName="parentLeftMargin" presStyleLbl="node1" presStyleIdx="0" presStyleCnt="2"/>
      <dgm:spPr/>
    </dgm:pt>
    <dgm:pt modelId="{0AF71E7E-8CB9-4ECE-A069-24C6FC494A2D}" type="pres">
      <dgm:prSet presAssocID="{EBECF43D-E413-4BD2-9E8C-6663B8E520A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42EC4C-49CA-4CD1-9D01-2E7FF34CA480}" type="pres">
      <dgm:prSet presAssocID="{EBECF43D-E413-4BD2-9E8C-6663B8E520AD}" presName="negativeSpace" presStyleCnt="0"/>
      <dgm:spPr/>
    </dgm:pt>
    <dgm:pt modelId="{20FC2DD2-8D6E-4E56-9C8D-C512E6CF754C}" type="pres">
      <dgm:prSet presAssocID="{EBECF43D-E413-4BD2-9E8C-6663B8E520AD}" presName="childText" presStyleLbl="conFgAcc1" presStyleIdx="0" presStyleCnt="2">
        <dgm:presLayoutVars>
          <dgm:bulletEnabled val="1"/>
        </dgm:presLayoutVars>
      </dgm:prSet>
      <dgm:spPr/>
    </dgm:pt>
    <dgm:pt modelId="{E0ABAC63-4156-4971-BB83-2972A3BF4AEE}" type="pres">
      <dgm:prSet presAssocID="{10F713C2-02A1-4B00-A097-815907C1344A}" presName="spaceBetweenRectangles" presStyleCnt="0"/>
      <dgm:spPr/>
    </dgm:pt>
    <dgm:pt modelId="{2FC11EBA-A8C4-4304-83CB-BA70BC0D1F02}" type="pres">
      <dgm:prSet presAssocID="{DECCC2E8-FE66-4529-B0EE-E75186AAF744}" presName="parentLin" presStyleCnt="0"/>
      <dgm:spPr/>
    </dgm:pt>
    <dgm:pt modelId="{1A4EC148-02AE-42B4-8F11-AE2C45574BE0}" type="pres">
      <dgm:prSet presAssocID="{DECCC2E8-FE66-4529-B0EE-E75186AAF744}" presName="parentLeftMargin" presStyleLbl="node1" presStyleIdx="0" presStyleCnt="2"/>
      <dgm:spPr/>
    </dgm:pt>
    <dgm:pt modelId="{99ABD44C-E1F2-4FC1-B9BB-32071E56AAC5}" type="pres">
      <dgm:prSet presAssocID="{DECCC2E8-FE66-4529-B0EE-E75186AAF74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CC349CD-BECB-4E1B-AE57-A48A06319C11}" type="pres">
      <dgm:prSet presAssocID="{DECCC2E8-FE66-4529-B0EE-E75186AAF744}" presName="negativeSpace" presStyleCnt="0"/>
      <dgm:spPr/>
    </dgm:pt>
    <dgm:pt modelId="{36BE8843-904E-4FDD-8791-1A25391D9C7D}" type="pres">
      <dgm:prSet presAssocID="{DECCC2E8-FE66-4529-B0EE-E75186AAF744}" presName="childText" presStyleLbl="conFgAcc1" presStyleIdx="1" presStyleCnt="2" custLinFactNeighborY="-1292">
        <dgm:presLayoutVars>
          <dgm:bulletEnabled val="1"/>
        </dgm:presLayoutVars>
      </dgm:prSet>
      <dgm:spPr/>
    </dgm:pt>
  </dgm:ptLst>
  <dgm:cxnLst>
    <dgm:cxn modelId="{35697F25-93DF-4A16-AC5B-11C5E7ECC71F}" srcId="{595E6144-5362-43AE-8241-316344716384}" destId="{DECCC2E8-FE66-4529-B0EE-E75186AAF744}" srcOrd="1" destOrd="0" parTransId="{136BB33F-B563-4696-864D-7340BF576E70}" sibTransId="{2A479A32-B640-42DC-8E6F-3B308AA8B2BC}"/>
    <dgm:cxn modelId="{3B841F28-AB29-4D1A-9063-AD5DF95FB246}" type="presOf" srcId="{DECCC2E8-FE66-4529-B0EE-E75186AAF744}" destId="{99ABD44C-E1F2-4FC1-B9BB-32071E56AAC5}" srcOrd="1" destOrd="0" presId="urn:microsoft.com/office/officeart/2005/8/layout/list1"/>
    <dgm:cxn modelId="{C465FA2E-A292-4B41-A664-DF65137FCC8B}" type="presOf" srcId="{595E6144-5362-43AE-8241-316344716384}" destId="{748F5312-30BA-4E64-867A-EFDDB8F52935}" srcOrd="0" destOrd="0" presId="urn:microsoft.com/office/officeart/2005/8/layout/list1"/>
    <dgm:cxn modelId="{CC7A4164-5EBE-4E69-88CD-1A105C8B730B}" srcId="{EBECF43D-E413-4BD2-9E8C-6663B8E520AD}" destId="{8D0DD55C-E2A8-435E-9DC8-5C148797E912}" srcOrd="0" destOrd="0" parTransId="{5E06939C-3CA9-433F-B057-37D7EE2DE6CF}" sibTransId="{01DBCC77-70A7-41D3-B11F-D8041F905B27}"/>
    <dgm:cxn modelId="{CF47F067-7EE9-4536-ACC4-B66D579D6D26}" type="presOf" srcId="{378D90CA-1D72-4EBC-AC4A-AE5DB9ED825F}" destId="{36BE8843-904E-4FDD-8791-1A25391D9C7D}" srcOrd="0" destOrd="1" presId="urn:microsoft.com/office/officeart/2005/8/layout/list1"/>
    <dgm:cxn modelId="{11B6946B-6435-49A5-AD3E-A69997BD5495}" type="presOf" srcId="{8D0DD55C-E2A8-435E-9DC8-5C148797E912}" destId="{20FC2DD2-8D6E-4E56-9C8D-C512E6CF754C}" srcOrd="0" destOrd="0" presId="urn:microsoft.com/office/officeart/2005/8/layout/list1"/>
    <dgm:cxn modelId="{02AD2D4C-7E53-4B2E-B538-2D247FA22675}" srcId="{DECCC2E8-FE66-4529-B0EE-E75186AAF744}" destId="{95E11278-132C-4C1D-8C0C-8A81CC66DE71}" srcOrd="0" destOrd="0" parTransId="{B7CEACDE-9091-4755-9E65-C890ACBCABE5}" sibTransId="{E3565E69-CB9C-457A-B88B-4A633345B813}"/>
    <dgm:cxn modelId="{43F8DE4C-CEF6-4A3C-A389-0F5FE216527D}" type="presOf" srcId="{EBECF43D-E413-4BD2-9E8C-6663B8E520AD}" destId="{0AF71E7E-8CB9-4ECE-A069-24C6FC494A2D}" srcOrd="1" destOrd="0" presId="urn:microsoft.com/office/officeart/2005/8/layout/list1"/>
    <dgm:cxn modelId="{AA84246D-962F-4EEA-869F-8FC199E89CBD}" srcId="{595E6144-5362-43AE-8241-316344716384}" destId="{EBECF43D-E413-4BD2-9E8C-6663B8E520AD}" srcOrd="0" destOrd="0" parTransId="{2FABE38D-5376-41DC-8CC3-EB048B866FEB}" sibTransId="{10F713C2-02A1-4B00-A097-815907C1344A}"/>
    <dgm:cxn modelId="{4C4C59A6-59C7-4FB2-9668-CCB910015E61}" srcId="{DECCC2E8-FE66-4529-B0EE-E75186AAF744}" destId="{378D90CA-1D72-4EBC-AC4A-AE5DB9ED825F}" srcOrd="1" destOrd="0" parTransId="{DD769AD7-AFF6-49D1-B03D-A59FADD8E386}" sibTransId="{416DF64C-508C-4641-8D69-422F6315A27A}"/>
    <dgm:cxn modelId="{BF9678AC-67C2-4921-B51F-79B001FAA4C0}" type="presOf" srcId="{95E11278-132C-4C1D-8C0C-8A81CC66DE71}" destId="{36BE8843-904E-4FDD-8791-1A25391D9C7D}" srcOrd="0" destOrd="0" presId="urn:microsoft.com/office/officeart/2005/8/layout/list1"/>
    <dgm:cxn modelId="{10235EB6-4FFE-4A8A-B5F2-CE4ABF974940}" type="presOf" srcId="{EBECF43D-E413-4BD2-9E8C-6663B8E520AD}" destId="{92CAA731-137E-40D8-B16B-F76F462EFB18}" srcOrd="0" destOrd="0" presId="urn:microsoft.com/office/officeart/2005/8/layout/list1"/>
    <dgm:cxn modelId="{BE08A1FD-F174-4952-9332-B088F46E8126}" type="presOf" srcId="{DECCC2E8-FE66-4529-B0EE-E75186AAF744}" destId="{1A4EC148-02AE-42B4-8F11-AE2C45574BE0}" srcOrd="0" destOrd="0" presId="urn:microsoft.com/office/officeart/2005/8/layout/list1"/>
    <dgm:cxn modelId="{426BFB74-BBDF-4805-8A36-243516EE0777}" type="presParOf" srcId="{748F5312-30BA-4E64-867A-EFDDB8F52935}" destId="{9E07AC14-ABE3-4B90-906E-7619639F80E1}" srcOrd="0" destOrd="0" presId="urn:microsoft.com/office/officeart/2005/8/layout/list1"/>
    <dgm:cxn modelId="{F7E51A1C-ECAF-45AD-8307-8D1CC4B3C1CF}" type="presParOf" srcId="{9E07AC14-ABE3-4B90-906E-7619639F80E1}" destId="{92CAA731-137E-40D8-B16B-F76F462EFB18}" srcOrd="0" destOrd="0" presId="urn:microsoft.com/office/officeart/2005/8/layout/list1"/>
    <dgm:cxn modelId="{5978BC01-39AE-4236-870A-25FE55C7C95F}" type="presParOf" srcId="{9E07AC14-ABE3-4B90-906E-7619639F80E1}" destId="{0AF71E7E-8CB9-4ECE-A069-24C6FC494A2D}" srcOrd="1" destOrd="0" presId="urn:microsoft.com/office/officeart/2005/8/layout/list1"/>
    <dgm:cxn modelId="{AD959746-4F28-4E1C-BD4F-4310264F9464}" type="presParOf" srcId="{748F5312-30BA-4E64-867A-EFDDB8F52935}" destId="{A342EC4C-49CA-4CD1-9D01-2E7FF34CA480}" srcOrd="1" destOrd="0" presId="urn:microsoft.com/office/officeart/2005/8/layout/list1"/>
    <dgm:cxn modelId="{5E890F24-85E2-4A98-B299-C2252A726667}" type="presParOf" srcId="{748F5312-30BA-4E64-867A-EFDDB8F52935}" destId="{20FC2DD2-8D6E-4E56-9C8D-C512E6CF754C}" srcOrd="2" destOrd="0" presId="urn:microsoft.com/office/officeart/2005/8/layout/list1"/>
    <dgm:cxn modelId="{A24BE412-D6AB-49A1-9CF3-4732584B3C78}" type="presParOf" srcId="{748F5312-30BA-4E64-867A-EFDDB8F52935}" destId="{E0ABAC63-4156-4971-BB83-2972A3BF4AEE}" srcOrd="3" destOrd="0" presId="urn:microsoft.com/office/officeart/2005/8/layout/list1"/>
    <dgm:cxn modelId="{F23C8074-CC2E-4A13-BB03-2C3CC9AC11CD}" type="presParOf" srcId="{748F5312-30BA-4E64-867A-EFDDB8F52935}" destId="{2FC11EBA-A8C4-4304-83CB-BA70BC0D1F02}" srcOrd="4" destOrd="0" presId="urn:microsoft.com/office/officeart/2005/8/layout/list1"/>
    <dgm:cxn modelId="{D7EF25A7-7BEC-4E99-B12D-E7E0D7A0E564}" type="presParOf" srcId="{2FC11EBA-A8C4-4304-83CB-BA70BC0D1F02}" destId="{1A4EC148-02AE-42B4-8F11-AE2C45574BE0}" srcOrd="0" destOrd="0" presId="urn:microsoft.com/office/officeart/2005/8/layout/list1"/>
    <dgm:cxn modelId="{CE3913F9-822B-46F6-A3A9-4A5004A74227}" type="presParOf" srcId="{2FC11EBA-A8C4-4304-83CB-BA70BC0D1F02}" destId="{99ABD44C-E1F2-4FC1-B9BB-32071E56AAC5}" srcOrd="1" destOrd="0" presId="urn:microsoft.com/office/officeart/2005/8/layout/list1"/>
    <dgm:cxn modelId="{B539EF15-7B1E-45DB-A9D1-F019DB288D9B}" type="presParOf" srcId="{748F5312-30BA-4E64-867A-EFDDB8F52935}" destId="{CCC349CD-BECB-4E1B-AE57-A48A06319C11}" srcOrd="5" destOrd="0" presId="urn:microsoft.com/office/officeart/2005/8/layout/list1"/>
    <dgm:cxn modelId="{C34C106D-9AED-42EC-BC72-4ADF7CF3242A}" type="presParOf" srcId="{748F5312-30BA-4E64-867A-EFDDB8F52935}" destId="{36BE8843-904E-4FDD-8791-1A25391D9C7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3FFDB0-53A0-43EF-BC78-68B969E2F32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88EA48-6769-420E-873B-8616D1DC0369}">
      <dgm:prSet/>
      <dgm:spPr/>
      <dgm:t>
        <a:bodyPr/>
        <a:lstStyle/>
        <a:p>
          <a:r>
            <a:rPr lang="en-US" dirty="0" err="1"/>
            <a:t>JavaServer</a:t>
          </a:r>
          <a:r>
            <a:rPr lang="en-US" dirty="0"/>
            <a:t> Pages Standard Tag Library</a:t>
          </a:r>
        </a:p>
      </dgm:t>
    </dgm:pt>
    <dgm:pt modelId="{339A2FF0-AA07-4471-B67A-F48B02C0F62D}" type="parTrans" cxnId="{190784AC-3782-408E-AFFD-D63B737FAF9E}">
      <dgm:prSet/>
      <dgm:spPr/>
      <dgm:t>
        <a:bodyPr/>
        <a:lstStyle/>
        <a:p>
          <a:endParaRPr lang="en-US"/>
        </a:p>
      </dgm:t>
    </dgm:pt>
    <dgm:pt modelId="{C99EB4B3-553D-4614-8281-A8C388AD5AA4}" type="sibTrans" cxnId="{190784AC-3782-408E-AFFD-D63B737FAF9E}">
      <dgm:prSet/>
      <dgm:spPr/>
      <dgm:t>
        <a:bodyPr/>
        <a:lstStyle/>
        <a:p>
          <a:endParaRPr lang="en-US"/>
        </a:p>
      </dgm:t>
    </dgm:pt>
    <dgm:pt modelId="{D96629B2-A038-4F5E-A141-4AC3A1CE2BE6}">
      <dgm:prSet/>
      <dgm:spPr/>
      <dgm:t>
        <a:bodyPr/>
        <a:lstStyle/>
        <a:p>
          <a:r>
            <a:rPr lang="en-US" b="0" i="0" dirty="0"/>
            <a:t>5 JSTL Tag Library Descriptors</a:t>
          </a:r>
          <a:endParaRPr lang="en-US" dirty="0"/>
        </a:p>
      </dgm:t>
    </dgm:pt>
    <dgm:pt modelId="{771605BB-E6C2-4EE9-8E04-1B1830860A0F}" type="parTrans" cxnId="{0B49BDBA-3B28-4B05-8228-04A6E4E94A20}">
      <dgm:prSet/>
      <dgm:spPr/>
      <dgm:t>
        <a:bodyPr/>
        <a:lstStyle/>
        <a:p>
          <a:endParaRPr lang="en-US"/>
        </a:p>
      </dgm:t>
    </dgm:pt>
    <dgm:pt modelId="{6906432F-EE27-4C55-A8CB-3C14E02F8891}" type="sibTrans" cxnId="{0B49BDBA-3B28-4B05-8228-04A6E4E94A20}">
      <dgm:prSet/>
      <dgm:spPr/>
      <dgm:t>
        <a:bodyPr/>
        <a:lstStyle/>
        <a:p>
          <a:endParaRPr lang="en-US"/>
        </a:p>
      </dgm:t>
    </dgm:pt>
    <dgm:pt modelId="{505C4DA9-81D1-4634-AA45-96EA954480FF}">
      <dgm:prSet/>
      <dgm:spPr/>
      <dgm:t>
        <a:bodyPr/>
        <a:lstStyle/>
        <a:p>
          <a:r>
            <a:rPr lang="en-US" altLang="zh-CN" dirty="0"/>
            <a:t>Core library</a:t>
          </a:r>
          <a:r>
            <a:rPr lang="zh-CN" dirty="0"/>
            <a:t>：</a:t>
          </a:r>
          <a:r>
            <a:rPr lang="en-US" b="0" i="0" dirty="0"/>
            <a:t>Process control</a:t>
          </a:r>
          <a:r>
            <a:rPr lang="zh-CN" altLang="en-US" b="0" i="0" dirty="0"/>
            <a:t>，</a:t>
          </a:r>
          <a:r>
            <a:rPr lang="en-US" altLang="zh-CN" b="0" i="0" dirty="0"/>
            <a:t>E.g. &lt;</a:t>
          </a:r>
          <a:r>
            <a:rPr lang="en-US" altLang="zh-CN" b="0" i="0" dirty="0" err="1"/>
            <a:t>c:forEach</a:t>
          </a:r>
          <a:r>
            <a:rPr lang="en-US" altLang="zh-CN" b="0" i="0" dirty="0"/>
            <a:t>&gt;</a:t>
          </a:r>
          <a:endParaRPr lang="en-US" dirty="0"/>
        </a:p>
      </dgm:t>
    </dgm:pt>
    <dgm:pt modelId="{294B0ED2-E652-43D5-82A1-17AEB6D4C315}" type="parTrans" cxnId="{7683A89B-801F-4140-8092-6978BE2D4AC5}">
      <dgm:prSet/>
      <dgm:spPr/>
      <dgm:t>
        <a:bodyPr/>
        <a:lstStyle/>
        <a:p>
          <a:endParaRPr lang="en-US"/>
        </a:p>
      </dgm:t>
    </dgm:pt>
    <dgm:pt modelId="{ED8E9104-EA81-4420-A9C1-6408528158D7}" type="sibTrans" cxnId="{7683A89B-801F-4140-8092-6978BE2D4AC5}">
      <dgm:prSet/>
      <dgm:spPr/>
      <dgm:t>
        <a:bodyPr/>
        <a:lstStyle/>
        <a:p>
          <a:endParaRPr lang="en-US"/>
        </a:p>
      </dgm:t>
    </dgm:pt>
    <dgm:pt modelId="{A9B1D81B-E38C-4580-8D79-58F1C2A7BB42}">
      <dgm:prSet/>
      <dgm:spPr/>
      <dgm:t>
        <a:bodyPr/>
        <a:lstStyle/>
        <a:p>
          <a:r>
            <a:rPr lang="en-US" b="0" i="0" dirty="0"/>
            <a:t>XML library</a:t>
          </a:r>
          <a:endParaRPr lang="en-US" dirty="0"/>
        </a:p>
      </dgm:t>
    </dgm:pt>
    <dgm:pt modelId="{CFE8C500-8A3E-41C4-BBC5-5C5C4D78FAA4}" type="parTrans" cxnId="{C3AEA3D5-C97C-4ECC-A161-B816F9124BA5}">
      <dgm:prSet/>
      <dgm:spPr/>
      <dgm:t>
        <a:bodyPr/>
        <a:lstStyle/>
        <a:p>
          <a:endParaRPr lang="en-US"/>
        </a:p>
      </dgm:t>
    </dgm:pt>
    <dgm:pt modelId="{1DBC808E-3119-4CAE-B53B-2CDAB7E74D31}" type="sibTrans" cxnId="{C3AEA3D5-C97C-4ECC-A161-B816F9124BA5}">
      <dgm:prSet/>
      <dgm:spPr/>
      <dgm:t>
        <a:bodyPr/>
        <a:lstStyle/>
        <a:p>
          <a:endParaRPr lang="en-US"/>
        </a:p>
      </dgm:t>
    </dgm:pt>
    <dgm:pt modelId="{9D45A964-320F-46D4-8A5E-BAF4402ADB8C}">
      <dgm:prSet/>
      <dgm:spPr/>
      <dgm:t>
        <a:bodyPr/>
        <a:lstStyle/>
        <a:p>
          <a:r>
            <a:rPr lang="en-US" b="0" i="0" dirty="0"/>
            <a:t>i18n-capable formatting library</a:t>
          </a:r>
          <a:endParaRPr lang="en-US" dirty="0"/>
        </a:p>
      </dgm:t>
    </dgm:pt>
    <dgm:pt modelId="{0E4CB408-4BD3-4675-A496-4181C56ECB85}" type="parTrans" cxnId="{0361E494-CFCD-40C8-A483-DCADF67CD774}">
      <dgm:prSet/>
      <dgm:spPr/>
      <dgm:t>
        <a:bodyPr/>
        <a:lstStyle/>
        <a:p>
          <a:endParaRPr lang="en-US"/>
        </a:p>
      </dgm:t>
    </dgm:pt>
    <dgm:pt modelId="{783A17E6-9EE9-4647-B463-26FA61870AB8}" type="sibTrans" cxnId="{0361E494-CFCD-40C8-A483-DCADF67CD774}">
      <dgm:prSet/>
      <dgm:spPr/>
      <dgm:t>
        <a:bodyPr/>
        <a:lstStyle/>
        <a:p>
          <a:endParaRPr lang="en-US"/>
        </a:p>
      </dgm:t>
    </dgm:pt>
    <dgm:pt modelId="{B342E0DE-F7B5-41FF-B55C-912587DFCAEE}">
      <dgm:prSet/>
      <dgm:spPr/>
      <dgm:t>
        <a:bodyPr/>
        <a:lstStyle/>
        <a:p>
          <a:r>
            <a:rPr lang="en-US" b="0" i="0" dirty="0"/>
            <a:t>Database tag library</a:t>
          </a:r>
          <a:endParaRPr lang="en-US" dirty="0"/>
        </a:p>
      </dgm:t>
    </dgm:pt>
    <dgm:pt modelId="{CCD41A2B-4BF9-49D2-96FF-B362B38E7B59}" type="parTrans" cxnId="{010E1227-D44C-46EE-ADB1-0AFE5A2DF398}">
      <dgm:prSet/>
      <dgm:spPr/>
      <dgm:t>
        <a:bodyPr/>
        <a:lstStyle/>
        <a:p>
          <a:endParaRPr lang="en-US"/>
        </a:p>
      </dgm:t>
    </dgm:pt>
    <dgm:pt modelId="{96D7521E-328C-4390-9D90-64A1E163DD38}" type="sibTrans" cxnId="{010E1227-D44C-46EE-ADB1-0AFE5A2DF398}">
      <dgm:prSet/>
      <dgm:spPr/>
      <dgm:t>
        <a:bodyPr/>
        <a:lstStyle/>
        <a:p>
          <a:endParaRPr lang="en-US"/>
        </a:p>
      </dgm:t>
    </dgm:pt>
    <dgm:pt modelId="{15C82EAE-5BAB-4405-9766-F0D23B61C122}">
      <dgm:prSet/>
      <dgm:spPr/>
      <dgm:t>
        <a:bodyPr/>
        <a:lstStyle/>
        <a:p>
          <a:r>
            <a:rPr lang="en-US" b="0" i="0" dirty="0"/>
            <a:t>functions library</a:t>
          </a:r>
          <a:endParaRPr lang="en-US" dirty="0"/>
        </a:p>
      </dgm:t>
    </dgm:pt>
    <dgm:pt modelId="{8A30C149-BF45-4262-A5AD-78DB701892A6}" type="parTrans" cxnId="{0A010946-D382-4E10-B924-B7E50514FE1E}">
      <dgm:prSet/>
      <dgm:spPr/>
      <dgm:t>
        <a:bodyPr/>
        <a:lstStyle/>
        <a:p>
          <a:endParaRPr lang="en-US"/>
        </a:p>
      </dgm:t>
    </dgm:pt>
    <dgm:pt modelId="{1CCA6667-9385-449A-90AE-BF0E549511B0}" type="sibTrans" cxnId="{0A010946-D382-4E10-B924-B7E50514FE1E}">
      <dgm:prSet/>
      <dgm:spPr/>
      <dgm:t>
        <a:bodyPr/>
        <a:lstStyle/>
        <a:p>
          <a:endParaRPr lang="en-US"/>
        </a:p>
      </dgm:t>
    </dgm:pt>
    <dgm:pt modelId="{96816FBE-66FE-46BF-AF99-07154B3901E9}" type="pres">
      <dgm:prSet presAssocID="{E83FFDB0-53A0-43EF-BC78-68B969E2F329}" presName="linear" presStyleCnt="0">
        <dgm:presLayoutVars>
          <dgm:animLvl val="lvl"/>
          <dgm:resizeHandles val="exact"/>
        </dgm:presLayoutVars>
      </dgm:prSet>
      <dgm:spPr/>
    </dgm:pt>
    <dgm:pt modelId="{6D8380B4-B886-4F2D-8033-6EB102E93C62}" type="pres">
      <dgm:prSet presAssocID="{9788EA48-6769-420E-873B-8616D1DC036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FDB5969-F988-4558-9608-6FC4CE417FC3}" type="pres">
      <dgm:prSet presAssocID="{C99EB4B3-553D-4614-8281-A8C388AD5AA4}" presName="spacer" presStyleCnt="0"/>
      <dgm:spPr/>
    </dgm:pt>
    <dgm:pt modelId="{906C4FDB-4A76-42B3-8D5D-F4E61978AE35}" type="pres">
      <dgm:prSet presAssocID="{D96629B2-A038-4F5E-A141-4AC3A1CE2BE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2C6F7DFB-A606-45F1-807E-8F9D810A25D8}" type="pres">
      <dgm:prSet presAssocID="{D96629B2-A038-4F5E-A141-4AC3A1CE2BE6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A0709A1B-973A-4F8B-B069-432C6FF0226F}" type="presOf" srcId="{D96629B2-A038-4F5E-A141-4AC3A1CE2BE6}" destId="{906C4FDB-4A76-42B3-8D5D-F4E61978AE35}" srcOrd="0" destOrd="0" presId="urn:microsoft.com/office/officeart/2005/8/layout/vList2"/>
    <dgm:cxn modelId="{010E1227-D44C-46EE-ADB1-0AFE5A2DF398}" srcId="{D96629B2-A038-4F5E-A141-4AC3A1CE2BE6}" destId="{B342E0DE-F7B5-41FF-B55C-912587DFCAEE}" srcOrd="3" destOrd="0" parTransId="{CCD41A2B-4BF9-49D2-96FF-B362B38E7B59}" sibTransId="{96D7521E-328C-4390-9D90-64A1E163DD38}"/>
    <dgm:cxn modelId="{9824CF2A-8283-4995-943B-CAE644B12282}" type="presOf" srcId="{9788EA48-6769-420E-873B-8616D1DC0369}" destId="{6D8380B4-B886-4F2D-8033-6EB102E93C62}" srcOrd="0" destOrd="0" presId="urn:microsoft.com/office/officeart/2005/8/layout/vList2"/>
    <dgm:cxn modelId="{CF609C33-1CE4-4C1F-96A4-A280BDF3D00D}" type="presOf" srcId="{15C82EAE-5BAB-4405-9766-F0D23B61C122}" destId="{2C6F7DFB-A606-45F1-807E-8F9D810A25D8}" srcOrd="0" destOrd="4" presId="urn:microsoft.com/office/officeart/2005/8/layout/vList2"/>
    <dgm:cxn modelId="{0A010946-D382-4E10-B924-B7E50514FE1E}" srcId="{D96629B2-A038-4F5E-A141-4AC3A1CE2BE6}" destId="{15C82EAE-5BAB-4405-9766-F0D23B61C122}" srcOrd="4" destOrd="0" parTransId="{8A30C149-BF45-4262-A5AD-78DB701892A6}" sibTransId="{1CCA6667-9385-449A-90AE-BF0E549511B0}"/>
    <dgm:cxn modelId="{EA33836D-791F-4421-A64D-A70435F3F138}" type="presOf" srcId="{9D45A964-320F-46D4-8A5E-BAF4402ADB8C}" destId="{2C6F7DFB-A606-45F1-807E-8F9D810A25D8}" srcOrd="0" destOrd="2" presId="urn:microsoft.com/office/officeart/2005/8/layout/vList2"/>
    <dgm:cxn modelId="{84636087-3236-4ACE-8E92-32FEE76245A7}" type="presOf" srcId="{A9B1D81B-E38C-4580-8D79-58F1C2A7BB42}" destId="{2C6F7DFB-A606-45F1-807E-8F9D810A25D8}" srcOrd="0" destOrd="1" presId="urn:microsoft.com/office/officeart/2005/8/layout/vList2"/>
    <dgm:cxn modelId="{0361E494-CFCD-40C8-A483-DCADF67CD774}" srcId="{D96629B2-A038-4F5E-A141-4AC3A1CE2BE6}" destId="{9D45A964-320F-46D4-8A5E-BAF4402ADB8C}" srcOrd="2" destOrd="0" parTransId="{0E4CB408-4BD3-4675-A496-4181C56ECB85}" sibTransId="{783A17E6-9EE9-4647-B463-26FA61870AB8}"/>
    <dgm:cxn modelId="{3E70AA96-5D79-4F90-B6C5-5501C65B2492}" type="presOf" srcId="{B342E0DE-F7B5-41FF-B55C-912587DFCAEE}" destId="{2C6F7DFB-A606-45F1-807E-8F9D810A25D8}" srcOrd="0" destOrd="3" presId="urn:microsoft.com/office/officeart/2005/8/layout/vList2"/>
    <dgm:cxn modelId="{0619859B-61A9-4E31-951D-0CD22670F260}" type="presOf" srcId="{E83FFDB0-53A0-43EF-BC78-68B969E2F329}" destId="{96816FBE-66FE-46BF-AF99-07154B3901E9}" srcOrd="0" destOrd="0" presId="urn:microsoft.com/office/officeart/2005/8/layout/vList2"/>
    <dgm:cxn modelId="{7683A89B-801F-4140-8092-6978BE2D4AC5}" srcId="{D96629B2-A038-4F5E-A141-4AC3A1CE2BE6}" destId="{505C4DA9-81D1-4634-AA45-96EA954480FF}" srcOrd="0" destOrd="0" parTransId="{294B0ED2-E652-43D5-82A1-17AEB6D4C315}" sibTransId="{ED8E9104-EA81-4420-A9C1-6408528158D7}"/>
    <dgm:cxn modelId="{190784AC-3782-408E-AFFD-D63B737FAF9E}" srcId="{E83FFDB0-53A0-43EF-BC78-68B969E2F329}" destId="{9788EA48-6769-420E-873B-8616D1DC0369}" srcOrd="0" destOrd="0" parTransId="{339A2FF0-AA07-4471-B67A-F48B02C0F62D}" sibTransId="{C99EB4B3-553D-4614-8281-A8C388AD5AA4}"/>
    <dgm:cxn modelId="{3AEB1AB8-1C9F-4B97-95E2-FECDF93573D7}" type="presOf" srcId="{505C4DA9-81D1-4634-AA45-96EA954480FF}" destId="{2C6F7DFB-A606-45F1-807E-8F9D810A25D8}" srcOrd="0" destOrd="0" presId="urn:microsoft.com/office/officeart/2005/8/layout/vList2"/>
    <dgm:cxn modelId="{0B49BDBA-3B28-4B05-8228-04A6E4E94A20}" srcId="{E83FFDB0-53A0-43EF-BC78-68B969E2F329}" destId="{D96629B2-A038-4F5E-A141-4AC3A1CE2BE6}" srcOrd="1" destOrd="0" parTransId="{771605BB-E6C2-4EE9-8E04-1B1830860A0F}" sibTransId="{6906432F-EE27-4C55-A8CB-3C14E02F8891}"/>
    <dgm:cxn modelId="{C3AEA3D5-C97C-4ECC-A161-B816F9124BA5}" srcId="{D96629B2-A038-4F5E-A141-4AC3A1CE2BE6}" destId="{A9B1D81B-E38C-4580-8D79-58F1C2A7BB42}" srcOrd="1" destOrd="0" parTransId="{CFE8C500-8A3E-41C4-BBC5-5C5C4D78FAA4}" sibTransId="{1DBC808E-3119-4CAE-B53B-2CDAB7E74D31}"/>
    <dgm:cxn modelId="{2BEC0875-34B8-4498-9F8D-A554B83AF08B}" type="presParOf" srcId="{96816FBE-66FE-46BF-AF99-07154B3901E9}" destId="{6D8380B4-B886-4F2D-8033-6EB102E93C62}" srcOrd="0" destOrd="0" presId="urn:microsoft.com/office/officeart/2005/8/layout/vList2"/>
    <dgm:cxn modelId="{854AF6BE-2B4E-48CC-AC90-5C2299D3C19A}" type="presParOf" srcId="{96816FBE-66FE-46BF-AF99-07154B3901E9}" destId="{8FDB5969-F988-4558-9608-6FC4CE417FC3}" srcOrd="1" destOrd="0" presId="urn:microsoft.com/office/officeart/2005/8/layout/vList2"/>
    <dgm:cxn modelId="{1D66B38A-96C7-40BA-A458-FBE7D6106389}" type="presParOf" srcId="{96816FBE-66FE-46BF-AF99-07154B3901E9}" destId="{906C4FDB-4A76-42B3-8D5D-F4E61978AE35}" srcOrd="2" destOrd="0" presId="urn:microsoft.com/office/officeart/2005/8/layout/vList2"/>
    <dgm:cxn modelId="{85C82730-EB12-45D2-9DF0-DA6642AC1BEA}" type="presParOf" srcId="{96816FBE-66FE-46BF-AF99-07154B3901E9}" destId="{2C6F7DFB-A606-45F1-807E-8F9D810A25D8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7C9D0-1575-4375-B87D-09277C513687}">
      <dsp:nvSpPr>
        <dsp:cNvPr id="0" name=""/>
        <dsp:cNvSpPr/>
      </dsp:nvSpPr>
      <dsp:spPr>
        <a:xfrm>
          <a:off x="0" y="12990"/>
          <a:ext cx="7208194" cy="14882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An HTML page with embedded Java code for dynamic content.</a:t>
          </a:r>
          <a:endParaRPr lang="zh-CN" altLang="en-US" sz="2800" kern="1200" dirty="0"/>
        </a:p>
      </dsp:txBody>
      <dsp:txXfrm>
        <a:off x="72650" y="85640"/>
        <a:ext cx="7062894" cy="1342940"/>
      </dsp:txXfrm>
    </dsp:sp>
    <dsp:sp modelId="{0ABF344F-5B88-4955-A681-D90444D61446}">
      <dsp:nvSpPr>
        <dsp:cNvPr id="0" name=""/>
        <dsp:cNvSpPr/>
      </dsp:nvSpPr>
      <dsp:spPr>
        <a:xfrm>
          <a:off x="0" y="1501230"/>
          <a:ext cx="7208194" cy="794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860" tIns="35560" rIns="199136" bIns="35560" numCol="1" spcCol="1270" anchor="t" anchorCtr="0">
          <a:noAutofit/>
        </a:bodyPr>
        <a:lstStyle/>
        <a:p>
          <a:pPr marL="285750" lvl="1" indent="-285750" algn="ctr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800" b="1" kern="1200" dirty="0">
              <a:solidFill>
                <a:schemeClr val="accent2"/>
              </a:solidFill>
            </a:rPr>
            <a:t>&lt;p&gt;</a:t>
          </a:r>
          <a:r>
            <a:rPr lang="en-US" sz="2800" b="1" kern="1200" dirty="0">
              <a:solidFill>
                <a:schemeClr val="accent4">
                  <a:lumMod val="75000"/>
                </a:schemeClr>
              </a:solidFill>
            </a:rPr>
            <a:t>&lt;% Java</a:t>
          </a:r>
          <a:r>
            <a:rPr lang="en-US" altLang="zh-CN" sz="2800" b="1" kern="1200" dirty="0">
              <a:solidFill>
                <a:schemeClr val="accent4">
                  <a:lumMod val="75000"/>
                </a:schemeClr>
              </a:solidFill>
            </a:rPr>
            <a:t> Code</a:t>
          </a:r>
          <a:r>
            <a:rPr lang="zh-CN" sz="2800" b="1" kern="1200" dirty="0">
              <a:solidFill>
                <a:schemeClr val="accent4">
                  <a:lumMod val="75000"/>
                </a:schemeClr>
              </a:solidFill>
            </a:rPr>
            <a:t> </a:t>
          </a:r>
          <a:r>
            <a:rPr lang="en-US" sz="2800" b="1" kern="1200" dirty="0">
              <a:solidFill>
                <a:schemeClr val="accent4">
                  <a:lumMod val="75000"/>
                </a:schemeClr>
              </a:solidFill>
            </a:rPr>
            <a:t>%&gt;</a:t>
          </a:r>
          <a:r>
            <a:rPr lang="en-US" sz="2800" b="1" kern="1200" dirty="0">
              <a:solidFill>
                <a:schemeClr val="accent2"/>
              </a:solidFill>
            </a:rPr>
            <a:t>&lt;/p&gt;</a:t>
          </a:r>
        </a:p>
      </dsp:txBody>
      <dsp:txXfrm>
        <a:off x="0" y="1501230"/>
        <a:ext cx="7208194" cy="794880"/>
      </dsp:txXfrm>
    </dsp:sp>
    <dsp:sp modelId="{92000DE6-50C7-4510-9496-07135065C804}">
      <dsp:nvSpPr>
        <dsp:cNvPr id="0" name=""/>
        <dsp:cNvSpPr/>
      </dsp:nvSpPr>
      <dsp:spPr>
        <a:xfrm>
          <a:off x="0" y="2296110"/>
          <a:ext cx="7208194" cy="1488240"/>
        </a:xfrm>
        <a:prstGeom prst="roundRect">
          <a:avLst/>
        </a:prstGeom>
        <a:solidFill>
          <a:schemeClr val="accent2">
            <a:hueOff val="-2449550"/>
            <a:satOff val="-11314"/>
            <a:lumOff val="-235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Essentially, it is an </a:t>
          </a:r>
          <a:r>
            <a:rPr lang="en-US" altLang="zh-CN" sz="2800" kern="1200" dirty="0" err="1">
              <a:solidFill>
                <a:schemeClr val="bg1"/>
              </a:solidFill>
            </a:rPr>
            <a:t>HttpServlet</a:t>
          </a:r>
          <a:r>
            <a:rPr lang="en-US" altLang="zh-CN" sz="2800" kern="1200" dirty="0"/>
            <a:t> class. </a:t>
          </a:r>
          <a:endParaRPr lang="zh-CN" altLang="en-US" sz="2800" kern="1200" dirty="0"/>
        </a:p>
      </dsp:txBody>
      <dsp:txXfrm>
        <a:off x="72650" y="2368760"/>
        <a:ext cx="7062894" cy="1342940"/>
      </dsp:txXfrm>
    </dsp:sp>
    <dsp:sp modelId="{E210188D-6432-4239-A1A8-B97F68736E83}">
      <dsp:nvSpPr>
        <dsp:cNvPr id="0" name=""/>
        <dsp:cNvSpPr/>
      </dsp:nvSpPr>
      <dsp:spPr>
        <a:xfrm>
          <a:off x="0" y="3784350"/>
          <a:ext cx="7208194" cy="1738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860" tIns="35560" rIns="199136" bIns="3556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US" altLang="zh-CN" sz="2800" kern="1200" dirty="0"/>
            <a:t>A JSP is </a:t>
          </a:r>
          <a:r>
            <a:rPr lang="en-US" altLang="zh-CN" sz="2800" b="1" kern="1200" dirty="0">
              <a:solidFill>
                <a:schemeClr val="accent1"/>
              </a:solidFill>
            </a:rPr>
            <a:t>converted by the container </a:t>
          </a:r>
          <a:r>
            <a:rPr lang="en-US" altLang="zh-CN" sz="2800" kern="1200" dirty="0"/>
            <a:t>into a subclass of </a:t>
          </a:r>
          <a:r>
            <a:rPr lang="en-US" altLang="zh-CN" sz="2800" b="1" kern="1200" dirty="0" err="1">
              <a:solidFill>
                <a:schemeClr val="accent1"/>
              </a:solidFill>
            </a:rPr>
            <a:t>HttpJspBase</a:t>
          </a:r>
          <a:r>
            <a:rPr lang="en-US" altLang="zh-CN" sz="2800" kern="1200" dirty="0"/>
            <a:t>, which itself is a </a:t>
          </a:r>
          <a:r>
            <a:rPr lang="en-US" altLang="zh-CN" sz="2800" b="1" kern="1200" dirty="0">
              <a:solidFill>
                <a:schemeClr val="accent1"/>
              </a:solidFill>
            </a:rPr>
            <a:t>subclass of </a:t>
          </a:r>
          <a:r>
            <a:rPr lang="en-US" altLang="zh-CN" sz="2800" b="1" kern="1200" dirty="0" err="1">
              <a:solidFill>
                <a:schemeClr val="accent1"/>
              </a:solidFill>
            </a:rPr>
            <a:t>HttpServlet</a:t>
          </a:r>
          <a:r>
            <a:rPr lang="en-US" altLang="zh-CN" sz="2800" kern="1200" dirty="0"/>
            <a:t>.</a:t>
          </a:r>
          <a:endParaRPr lang="en-US" sz="2800" kern="1200" dirty="0"/>
        </a:p>
      </dsp:txBody>
      <dsp:txXfrm>
        <a:off x="0" y="3784350"/>
        <a:ext cx="7208194" cy="17388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41100-5D56-4683-BA58-D4C5D640CDFB}">
      <dsp:nvSpPr>
        <dsp:cNvPr id="0" name=""/>
        <dsp:cNvSpPr/>
      </dsp:nvSpPr>
      <dsp:spPr>
        <a:xfrm>
          <a:off x="53" y="13247"/>
          <a:ext cx="5100823" cy="979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Static part</a:t>
          </a:r>
          <a:endParaRPr lang="en-US" sz="2800" kern="1200" dirty="0"/>
        </a:p>
      </dsp:txBody>
      <dsp:txXfrm>
        <a:off x="53" y="13247"/>
        <a:ext cx="5100823" cy="979200"/>
      </dsp:txXfrm>
    </dsp:sp>
    <dsp:sp modelId="{D935C396-5164-45D6-BA72-61AB54B183CE}">
      <dsp:nvSpPr>
        <dsp:cNvPr id="0" name=""/>
        <dsp:cNvSpPr/>
      </dsp:nvSpPr>
      <dsp:spPr>
        <a:xfrm>
          <a:off x="53" y="992447"/>
          <a:ext cx="5100823" cy="24732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dirty="0"/>
            <a:t>Template text, described by HTML.</a:t>
          </a:r>
          <a:endParaRPr lang="en-US" sz="2800" kern="1200" dirty="0"/>
        </a:p>
      </dsp:txBody>
      <dsp:txXfrm>
        <a:off x="53" y="992447"/>
        <a:ext cx="5100823" cy="2473245"/>
      </dsp:txXfrm>
    </dsp:sp>
    <dsp:sp modelId="{2B82C4EB-E233-49C7-B5F4-481DE9CCB87A}">
      <dsp:nvSpPr>
        <dsp:cNvPr id="0" name=""/>
        <dsp:cNvSpPr/>
      </dsp:nvSpPr>
      <dsp:spPr>
        <a:xfrm>
          <a:off x="5814992" y="13247"/>
          <a:ext cx="5100823" cy="979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13792" rIns="199136" bIns="113792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dirty="0"/>
            <a:t>Dynamic part</a:t>
          </a:r>
          <a:endParaRPr lang="en-US" sz="2800" kern="1200" dirty="0"/>
        </a:p>
      </dsp:txBody>
      <dsp:txXfrm>
        <a:off x="5814992" y="13247"/>
        <a:ext cx="5100823" cy="979200"/>
      </dsp:txXfrm>
    </dsp:sp>
    <dsp:sp modelId="{73EC171E-7430-497B-AB7A-0B04E0025D75}">
      <dsp:nvSpPr>
        <dsp:cNvPr id="0" name=""/>
        <dsp:cNvSpPr/>
      </dsp:nvSpPr>
      <dsp:spPr>
        <a:xfrm>
          <a:off x="5814992" y="992447"/>
          <a:ext cx="5100823" cy="247324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Directive tags </a:t>
          </a:r>
          <a:r>
            <a:rPr lang="en-US" sz="2400" kern="1200" dirty="0"/>
            <a:t>&lt;%</a:t>
          </a:r>
          <a:r>
            <a:rPr lang="en-US" sz="2400" b="1" kern="1200" dirty="0">
              <a:solidFill>
                <a:schemeClr val="accent1"/>
              </a:solidFill>
            </a:rPr>
            <a:t>@</a:t>
          </a:r>
          <a:r>
            <a:rPr lang="en-US" sz="2400" kern="1200" dirty="0"/>
            <a:t>page %&gt;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Scripting tags </a:t>
          </a:r>
          <a:r>
            <a:rPr lang="en-US" sz="2400" kern="1200" dirty="0"/>
            <a:t>&lt;%Java code%&gt;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Expression tags </a:t>
          </a:r>
          <a:r>
            <a:rPr lang="en-US" sz="2400" kern="1200" dirty="0"/>
            <a:t>&lt;%</a:t>
          </a:r>
          <a:r>
            <a:rPr lang="en-US" sz="2400" b="1" kern="1200" dirty="0">
              <a:solidFill>
                <a:schemeClr val="accent1"/>
              </a:solidFill>
            </a:rPr>
            <a:t>=</a:t>
          </a:r>
          <a:r>
            <a:rPr lang="en-US" altLang="zh-CN" sz="2400" kern="1200" dirty="0"/>
            <a:t>value</a:t>
          </a:r>
          <a:r>
            <a:rPr lang="en-US" sz="2400" kern="1200" dirty="0"/>
            <a:t>%&gt;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dirty="0"/>
            <a:t>Action tags</a:t>
          </a:r>
          <a:r>
            <a:rPr lang="en-US" sz="2400" kern="1200" dirty="0"/>
            <a:t>	&lt;</a:t>
          </a:r>
          <a:r>
            <a:rPr lang="en-US" sz="2400" kern="1200" dirty="0" err="1"/>
            <a:t>jsp:usebean</a:t>
          </a:r>
          <a:r>
            <a:rPr lang="en-US" sz="2400" kern="1200" dirty="0"/>
            <a:t>&gt;</a:t>
          </a:r>
        </a:p>
      </dsp:txBody>
      <dsp:txXfrm>
        <a:off x="5814992" y="992447"/>
        <a:ext cx="5100823" cy="24732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BBFBB-8774-42C9-A411-BAEC7E07AC08}">
      <dsp:nvSpPr>
        <dsp:cNvPr id="0" name=""/>
        <dsp:cNvSpPr/>
      </dsp:nvSpPr>
      <dsp:spPr>
        <a:xfrm>
          <a:off x="0" y="559250"/>
          <a:ext cx="10515600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EFB7B-AAF5-4503-BAA7-B108C70E22B1}">
      <dsp:nvSpPr>
        <dsp:cNvPr id="0" name=""/>
        <dsp:cNvSpPr/>
      </dsp:nvSpPr>
      <dsp:spPr>
        <a:xfrm>
          <a:off x="525780" y="27890"/>
          <a:ext cx="736092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Design GUI</a:t>
          </a:r>
          <a:r>
            <a:rPr lang="en-US" sz="2800" kern="1200" dirty="0"/>
            <a:t> - </a:t>
          </a:r>
          <a:r>
            <a:rPr lang="en-US" altLang="zh-CN" sz="2800" kern="1200" dirty="0"/>
            <a:t>Static Part (</a:t>
          </a:r>
          <a:r>
            <a:rPr lang="en-US" sz="2800" kern="1200" dirty="0"/>
            <a:t>HTML)</a:t>
          </a:r>
        </a:p>
      </dsp:txBody>
      <dsp:txXfrm>
        <a:off x="577658" y="79768"/>
        <a:ext cx="7257164" cy="958964"/>
      </dsp:txXfrm>
    </dsp:sp>
    <dsp:sp modelId="{4F35AD25-7A4C-4AD1-9B56-AE513552138D}">
      <dsp:nvSpPr>
        <dsp:cNvPr id="0" name=""/>
        <dsp:cNvSpPr/>
      </dsp:nvSpPr>
      <dsp:spPr>
        <a:xfrm>
          <a:off x="0" y="2192210"/>
          <a:ext cx="10515600" cy="215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749808" rIns="816127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800" kern="1200" dirty="0"/>
            <a:t>Use the print method of the built-in object out.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800" kern="1200" dirty="0"/>
            <a:t>Use expression tags &lt;%= %&gt;</a:t>
          </a:r>
          <a:endParaRPr lang="zh-CN" altLang="en-US" sz="2800" kern="1200" dirty="0"/>
        </a:p>
      </dsp:txBody>
      <dsp:txXfrm>
        <a:off x="0" y="2192210"/>
        <a:ext cx="10515600" cy="2154600"/>
      </dsp:txXfrm>
    </dsp:sp>
    <dsp:sp modelId="{0AD279AB-40EE-4A00-A9D4-95A5A36F39E3}">
      <dsp:nvSpPr>
        <dsp:cNvPr id="0" name=""/>
        <dsp:cNvSpPr/>
      </dsp:nvSpPr>
      <dsp:spPr>
        <a:xfrm>
          <a:off x="525780" y="1660850"/>
          <a:ext cx="7360920" cy="10627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Display result - Dynamic Part</a:t>
          </a:r>
          <a:r>
            <a:rPr lang="zh-CN" sz="2800" kern="1200" dirty="0"/>
            <a:t>（</a:t>
          </a:r>
          <a:r>
            <a:rPr lang="en-US" altLang="zh-CN" sz="2800" kern="1200" dirty="0" err="1"/>
            <a:t>Scriptcode</a:t>
          </a:r>
          <a:r>
            <a:rPr lang="zh-CN" sz="2800" kern="1200" dirty="0"/>
            <a:t>）</a:t>
          </a:r>
          <a:endParaRPr lang="en-US" sz="2800" kern="1200" dirty="0"/>
        </a:p>
      </dsp:txBody>
      <dsp:txXfrm>
        <a:off x="577658" y="1712728"/>
        <a:ext cx="7257164" cy="9589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FC2DD2-8D6E-4E56-9C8D-C512E6CF754C}">
      <dsp:nvSpPr>
        <dsp:cNvPr id="0" name=""/>
        <dsp:cNvSpPr/>
      </dsp:nvSpPr>
      <dsp:spPr>
        <a:xfrm>
          <a:off x="0" y="417779"/>
          <a:ext cx="10515600" cy="131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41528" rIns="816127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800" kern="1200" dirty="0"/>
            <a:t>Write an </a:t>
          </a:r>
          <a:r>
            <a:rPr lang="en-US" altLang="zh-CN" sz="2800" b="1" kern="1200" dirty="0">
              <a:solidFill>
                <a:schemeClr val="accent1"/>
              </a:solidFill>
            </a:rPr>
            <a:t>if statement </a:t>
          </a:r>
          <a:r>
            <a:rPr lang="en-US" altLang="zh-CN" sz="2800" kern="1200" dirty="0"/>
            <a:t>in the scripting tag.</a:t>
          </a:r>
          <a:endParaRPr lang="en-US" sz="2800" kern="1200" dirty="0"/>
        </a:p>
      </dsp:txBody>
      <dsp:txXfrm>
        <a:off x="0" y="417779"/>
        <a:ext cx="10515600" cy="1310400"/>
      </dsp:txXfrm>
    </dsp:sp>
    <dsp:sp modelId="{0AF71E7E-8CB9-4ECE-A069-24C6FC494A2D}">
      <dsp:nvSpPr>
        <dsp:cNvPr id="0" name=""/>
        <dsp:cNvSpPr/>
      </dsp:nvSpPr>
      <dsp:spPr>
        <a:xfrm>
          <a:off x="525780" y="34019"/>
          <a:ext cx="73609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How to handle null values?</a:t>
          </a:r>
          <a:endParaRPr lang="en-US" sz="2800" kern="1200" dirty="0"/>
        </a:p>
      </dsp:txBody>
      <dsp:txXfrm>
        <a:off x="563247" y="71486"/>
        <a:ext cx="7285986" cy="692586"/>
      </dsp:txXfrm>
    </dsp:sp>
    <dsp:sp modelId="{36BE8843-904E-4FDD-8791-1A25391D9C7D}">
      <dsp:nvSpPr>
        <dsp:cNvPr id="0" name=""/>
        <dsp:cNvSpPr/>
      </dsp:nvSpPr>
      <dsp:spPr>
        <a:xfrm>
          <a:off x="0" y="2247381"/>
          <a:ext cx="10515600" cy="1965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541528" rIns="816127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zh-CN" sz="2800" kern="1200" dirty="0"/>
            <a:t>In JSP, importing is done via JSP directive tags.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800" b="1" kern="1200" dirty="0"/>
            <a:t>&lt;%@page import =</a:t>
          </a:r>
          <a:r>
            <a:rPr lang="en-US" sz="2800" b="1" i="1" kern="1200" dirty="0"/>
            <a:t>"</a:t>
          </a:r>
          <a:r>
            <a:rPr lang="en-US" altLang="zh-CN" sz="2800" b="1" i="1" kern="1200" dirty="0" err="1"/>
            <a:t>xxx</a:t>
          </a:r>
          <a:r>
            <a:rPr lang="en-US" sz="2800" b="1" i="1" kern="1200" dirty="0" err="1"/>
            <a:t>.xxx.Class</a:t>
          </a:r>
          <a:r>
            <a:rPr lang="en-US" altLang="zh-CN" sz="2800" b="1" i="1" kern="1200" dirty="0" err="1"/>
            <a:t>name</a:t>
          </a:r>
          <a:r>
            <a:rPr lang="en-US" sz="2800" b="1" i="1" kern="1200" dirty="0"/>
            <a:t>"%&gt;</a:t>
          </a:r>
          <a:endParaRPr lang="en-US" sz="2800" kern="1200" dirty="0"/>
        </a:p>
      </dsp:txBody>
      <dsp:txXfrm>
        <a:off x="0" y="2247381"/>
        <a:ext cx="10515600" cy="1965600"/>
      </dsp:txXfrm>
    </dsp:sp>
    <dsp:sp modelId="{99ABD44C-E1F2-4FC1-B9BB-32071E56AAC5}">
      <dsp:nvSpPr>
        <dsp:cNvPr id="0" name=""/>
        <dsp:cNvSpPr/>
      </dsp:nvSpPr>
      <dsp:spPr>
        <a:xfrm>
          <a:off x="525780" y="1868579"/>
          <a:ext cx="7360920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If the output value in a JavaBean object</a:t>
          </a:r>
          <a:endParaRPr lang="en-US" sz="2800" kern="1200" dirty="0"/>
        </a:p>
      </dsp:txBody>
      <dsp:txXfrm>
        <a:off x="563247" y="1906046"/>
        <a:ext cx="7285986" cy="6925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8380B4-B886-4F2D-8033-6EB102E93C62}">
      <dsp:nvSpPr>
        <dsp:cNvPr id="0" name=""/>
        <dsp:cNvSpPr/>
      </dsp:nvSpPr>
      <dsp:spPr>
        <a:xfrm>
          <a:off x="0" y="397470"/>
          <a:ext cx="7357935" cy="9301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JavaServer</a:t>
          </a:r>
          <a:r>
            <a:rPr lang="en-US" sz="3000" kern="1200" dirty="0"/>
            <a:t> Pages Standard Tag Library</a:t>
          </a:r>
        </a:p>
      </dsp:txBody>
      <dsp:txXfrm>
        <a:off x="45406" y="442876"/>
        <a:ext cx="7267123" cy="839338"/>
      </dsp:txXfrm>
    </dsp:sp>
    <dsp:sp modelId="{906C4FDB-4A76-42B3-8D5D-F4E61978AE35}">
      <dsp:nvSpPr>
        <dsp:cNvPr id="0" name=""/>
        <dsp:cNvSpPr/>
      </dsp:nvSpPr>
      <dsp:spPr>
        <a:xfrm>
          <a:off x="0" y="1414020"/>
          <a:ext cx="7357935" cy="9301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5 JSTL Tag Library Descriptors</a:t>
          </a:r>
          <a:endParaRPr lang="en-US" sz="3000" kern="1200" dirty="0"/>
        </a:p>
      </dsp:txBody>
      <dsp:txXfrm>
        <a:off x="45406" y="1459426"/>
        <a:ext cx="7267123" cy="839338"/>
      </dsp:txXfrm>
    </dsp:sp>
    <dsp:sp modelId="{2C6F7DFB-A606-45F1-807E-8F9D810A25D8}">
      <dsp:nvSpPr>
        <dsp:cNvPr id="0" name=""/>
        <dsp:cNvSpPr/>
      </dsp:nvSpPr>
      <dsp:spPr>
        <a:xfrm>
          <a:off x="0" y="2344170"/>
          <a:ext cx="7357935" cy="279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361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300" kern="1200" dirty="0"/>
            <a:t>Core library</a:t>
          </a:r>
          <a:r>
            <a:rPr lang="zh-CN" sz="2300" kern="1200" dirty="0"/>
            <a:t>：</a:t>
          </a:r>
          <a:r>
            <a:rPr lang="en-US" sz="2300" b="0" i="0" kern="1200" dirty="0"/>
            <a:t>Process control</a:t>
          </a:r>
          <a:r>
            <a:rPr lang="zh-CN" altLang="en-US" sz="2300" b="0" i="0" kern="1200" dirty="0"/>
            <a:t>，</a:t>
          </a:r>
          <a:r>
            <a:rPr lang="en-US" altLang="zh-CN" sz="2300" b="0" i="0" kern="1200" dirty="0"/>
            <a:t>E.g. &lt;</a:t>
          </a:r>
          <a:r>
            <a:rPr lang="en-US" altLang="zh-CN" sz="2300" b="0" i="0" kern="1200" dirty="0" err="1"/>
            <a:t>c:forEach</a:t>
          </a:r>
          <a:r>
            <a:rPr lang="en-US" altLang="zh-CN" sz="2300" b="0" i="0" kern="1200" dirty="0"/>
            <a:t>&gt;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XML library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i18n-capable formatting library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Database tag library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functions library</a:t>
          </a:r>
          <a:endParaRPr lang="en-US" sz="2300" kern="1200" dirty="0"/>
        </a:p>
      </dsp:txBody>
      <dsp:txXfrm>
        <a:off x="0" y="2344170"/>
        <a:ext cx="7357935" cy="2794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F93255-955F-47FC-99FD-78A1A722B899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B4125-FE64-46C8-BB2D-C083556024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02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996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Jakarta Standard Tag Library (JSTL; formerly </a:t>
            </a:r>
            <a:r>
              <a:rPr lang="en-US" altLang="zh-CN" dirty="0" err="1"/>
              <a:t>JavaServer</a:t>
            </a:r>
            <a:r>
              <a:rPr lang="en-US" altLang="zh-CN" dirty="0"/>
              <a:t> Pages Standard Tag Library) is a component of the Java EE Web application development platform. It extends the JSP specification by adding a tag library of JSP tags for common tasks, such as XML data processing, conditional execution, database access, loops and internationalization.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077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&lt;!-- Jakarta JSTL Core</a:t>
            </a:r>
            <a:r>
              <a:rPr lang="zh-CN" altLang="en-US" sz="1200" dirty="0"/>
              <a:t> </a:t>
            </a:r>
            <a:r>
              <a:rPr lang="en-US" altLang="zh-CN" sz="1200" dirty="0"/>
              <a:t>--&gt;</a:t>
            </a:r>
          </a:p>
          <a:p>
            <a:r>
              <a:rPr lang="en-US" altLang="zh-CN" sz="1200" dirty="0"/>
              <a:t>&lt;dependency&gt;</a:t>
            </a:r>
          </a:p>
          <a:p>
            <a:r>
              <a:rPr lang="en-US" altLang="zh-CN" sz="1200" dirty="0"/>
              <a:t>    &lt;</a:t>
            </a:r>
            <a:r>
              <a:rPr lang="en-US" altLang="zh-CN" sz="1200" dirty="0" err="1"/>
              <a:t>groupId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org.glassfish.web</a:t>
            </a:r>
            <a:r>
              <a:rPr lang="en-US" altLang="zh-CN" sz="1200" dirty="0"/>
              <a:t>&lt;/</a:t>
            </a:r>
            <a:r>
              <a:rPr lang="en-US" altLang="zh-CN" sz="1200" dirty="0" err="1"/>
              <a:t>groupId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   &lt;</a:t>
            </a:r>
            <a:r>
              <a:rPr lang="en-US" altLang="zh-CN" sz="1200" dirty="0" err="1"/>
              <a:t>artifactId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jakarta.servlet.jsp.jstl</a:t>
            </a:r>
            <a:r>
              <a:rPr lang="en-US" altLang="zh-CN" sz="1200" dirty="0"/>
              <a:t>&lt;/</a:t>
            </a:r>
            <a:r>
              <a:rPr lang="en-US" altLang="zh-CN" sz="1200" dirty="0" err="1"/>
              <a:t>artifactId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   &lt;version&gt;2.0.0&lt;/version&gt;</a:t>
            </a:r>
          </a:p>
          <a:p>
            <a:r>
              <a:rPr lang="en-US" altLang="zh-CN" sz="1200" dirty="0"/>
              <a:t>&lt;/dependency&gt;</a:t>
            </a:r>
          </a:p>
          <a:p>
            <a:endParaRPr lang="en-US" altLang="zh-CN" sz="1200" dirty="0"/>
          </a:p>
          <a:p>
            <a:r>
              <a:rPr lang="en-US" altLang="zh-CN" sz="1200" dirty="0"/>
              <a:t>&lt;!-- Jakarta JSTL API--&gt;</a:t>
            </a:r>
          </a:p>
          <a:p>
            <a:r>
              <a:rPr lang="en-US" altLang="zh-CN" sz="1200" dirty="0"/>
              <a:t>&lt;dependency&gt;</a:t>
            </a:r>
          </a:p>
          <a:p>
            <a:r>
              <a:rPr lang="en-US" altLang="zh-CN" sz="1200" dirty="0"/>
              <a:t>    &lt;</a:t>
            </a:r>
            <a:r>
              <a:rPr lang="en-US" altLang="zh-CN" sz="1200" dirty="0" err="1"/>
              <a:t>groupId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jakarta.servlet.jsp.jstl</a:t>
            </a:r>
            <a:r>
              <a:rPr lang="en-US" altLang="zh-CN" sz="1200" dirty="0"/>
              <a:t>&lt;/</a:t>
            </a:r>
            <a:r>
              <a:rPr lang="en-US" altLang="zh-CN" sz="1200" dirty="0" err="1"/>
              <a:t>groupId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   &lt;</a:t>
            </a:r>
            <a:r>
              <a:rPr lang="en-US" altLang="zh-CN" sz="1200" dirty="0" err="1"/>
              <a:t>artifactId</a:t>
            </a:r>
            <a:r>
              <a:rPr lang="en-US" altLang="zh-CN" sz="1200" dirty="0"/>
              <a:t>&gt;</a:t>
            </a:r>
            <a:r>
              <a:rPr lang="en-US" altLang="zh-CN" sz="1200" dirty="0" err="1"/>
              <a:t>jakarta.servlet.jsp.jstl-api</a:t>
            </a:r>
            <a:r>
              <a:rPr lang="en-US" altLang="zh-CN" sz="1200" dirty="0"/>
              <a:t>&lt;/</a:t>
            </a:r>
            <a:r>
              <a:rPr lang="en-US" altLang="zh-CN" sz="1200" dirty="0" err="1"/>
              <a:t>artifactId</a:t>
            </a:r>
            <a:r>
              <a:rPr lang="en-US" altLang="zh-CN" sz="1200" dirty="0"/>
              <a:t>&gt;</a:t>
            </a:r>
          </a:p>
          <a:p>
            <a:r>
              <a:rPr lang="en-US" altLang="zh-CN" sz="1200" dirty="0"/>
              <a:t>    &lt;version&gt;2.0.0&lt;/version&gt;</a:t>
            </a:r>
          </a:p>
          <a:p>
            <a:r>
              <a:rPr lang="en-US" altLang="zh-CN" sz="1200" dirty="0"/>
              <a:t>&lt;/dependency&gt;</a:t>
            </a:r>
            <a:endParaRPr lang="zh-CN" altLang="en-US" sz="1200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877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673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c:otherwise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(The Default / Else)</a:t>
            </a:r>
            <a:endParaRPr lang="zh-CN" altLang="zh-CN" sz="1200" dirty="0">
              <a:effectLst/>
            </a:endParaRPr>
          </a:p>
          <a:p>
            <a:pPr rtl="0" eaLnBrk="1" latinLnBrk="0" hangingPunct="1"/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acts as the fallback option. It is executed only if none of the preceding &lt;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c:when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conditions are met. There can be at most one &lt;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c:otherwise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tag per &lt;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c:choose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&gt;, and it must always be placed last.</a:t>
            </a:r>
            <a:endParaRPr lang="zh-CN" altLang="zh-CN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626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547C4-9985-95C1-DF0F-AD47C281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058476-308E-7493-E003-8E431500C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333A2B-74B6-FD78-BE52-F0641D45A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AFB457-48A9-EB29-4229-0848E671F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1B4125-FE64-46C8-BB2D-C0835560246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049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53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596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735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74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194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91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3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64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6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3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14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ctr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400" spc="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99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0" r:id="rId6"/>
    <p:sldLayoutId id="2147483686" r:id="rId7"/>
    <p:sldLayoutId id="2147483687" r:id="rId8"/>
    <p:sldLayoutId id="2147483688" r:id="rId9"/>
    <p:sldLayoutId id="2147483689" r:id="rId10"/>
    <p:sldLayoutId id="2147483691" r:id="rId11"/>
  </p:sldLayoutIdLst>
  <p:txStyles>
    <p:titleStyle>
      <a:lvl1pPr algn="l" defTabSz="914400" rtl="0" eaLnBrk="1" latinLnBrk="0" hangingPunct="1">
        <a:lnSpc>
          <a:spcPct val="105000"/>
        </a:lnSpc>
        <a:spcBef>
          <a:spcPct val="0"/>
        </a:spcBef>
        <a:buNone/>
        <a:defRPr sz="4400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1000"/>
        </a:spcBef>
        <a:buFont typeface="Arial" panose="020B0604020202020204" pitchFamily="34" charset="0"/>
        <a:buChar char="•"/>
        <a:defRPr sz="2600" kern="1200" spc="15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200" kern="1200" spc="15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2000" kern="1200" spc="15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800" kern="1200" spc="15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500"/>
        </a:spcBef>
        <a:buFont typeface="Arial" panose="020B0604020202020204" pitchFamily="34" charset="0"/>
        <a:buChar char="•"/>
        <a:defRPr sz="1800" kern="1200" spc="15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8" name="Rectangle 10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3E3982-1D11-80AC-99F4-80EAEA4F7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>
              <a:lnSpc>
                <a:spcPct val="95000"/>
              </a:lnSpc>
            </a:pPr>
            <a:r>
              <a:rPr lang="en-US" altLang="zh-CN" sz="5300" dirty="0"/>
              <a:t>Lecture6</a:t>
            </a:r>
            <a:br>
              <a:rPr lang="en-US" altLang="zh-CN" sz="5300" dirty="0"/>
            </a:br>
            <a:r>
              <a:rPr lang="en-US" altLang="zh-CN" sz="5300" dirty="0"/>
              <a:t>Introduction to</a:t>
            </a:r>
            <a:br>
              <a:rPr lang="en-US" altLang="zh-CN" sz="5300" dirty="0"/>
            </a:br>
            <a:r>
              <a:rPr lang="en-US" altLang="zh-CN" sz="6000" b="1" dirty="0" err="1">
                <a:solidFill>
                  <a:schemeClr val="accent1">
                    <a:lumMod val="75000"/>
                  </a:schemeClr>
                </a:solidFill>
              </a:rPr>
              <a:t>J</a:t>
            </a:r>
            <a:r>
              <a:rPr lang="en-US" altLang="zh-CN" sz="5300" dirty="0" err="1"/>
              <a:t>ava</a:t>
            </a:r>
            <a:r>
              <a:rPr lang="en-US" altLang="zh-CN" sz="6000" b="1" dirty="0" err="1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altLang="zh-CN" sz="5300" dirty="0" err="1"/>
              <a:t>erver</a:t>
            </a:r>
            <a:r>
              <a:rPr lang="en-US" altLang="zh-CN" sz="6000" b="1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lang="en-US" altLang="zh-CN" sz="5300" dirty="0" err="1"/>
              <a:t>age</a:t>
            </a:r>
            <a:endParaRPr lang="zh-CN" altLang="en-US" sz="53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AFD0F9-574B-CD30-7515-D5D6A59F4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r>
              <a:rPr lang="en-US" altLang="zh-CN" dirty="0"/>
              <a:t>As </a:t>
            </a:r>
            <a:r>
              <a:rPr lang="en-US" altLang="zh-CN" b="1" dirty="0">
                <a:solidFill>
                  <a:schemeClr val="accent1"/>
                </a:solidFill>
              </a:rPr>
              <a:t>View</a:t>
            </a:r>
            <a:r>
              <a:rPr lang="en-US" altLang="zh-CN" dirty="0"/>
              <a:t> in MVC</a:t>
            </a:r>
            <a:endParaRPr lang="zh-CN" altLang="en-US" dirty="0"/>
          </a:p>
        </p:txBody>
      </p:sp>
      <p:sp>
        <p:nvSpPr>
          <p:cNvPr id="139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BDEB8C"/>
          </a:solidFill>
          <a:ln w="38100" cap="rnd">
            <a:solidFill>
              <a:srgbClr val="BDEB8C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3" name="Picture 3">
            <a:extLst>
              <a:ext uri="{FF2B5EF4-FFF2-40B4-BE49-F238E27FC236}">
                <a16:creationId xmlns:a16="http://schemas.microsoft.com/office/drawing/2014/main" id="{29C793A7-3993-3915-3D79-E0ACBD4DAB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308" r="45360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405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700DBA-D843-7C9A-59D7-A862E6F90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67862" cy="5583148"/>
          </a:xfrm>
        </p:spPr>
        <p:txBody>
          <a:bodyPr anchor="ctr">
            <a:normAutofit/>
          </a:bodyPr>
          <a:lstStyle/>
          <a:p>
            <a:r>
              <a:rPr lang="en-US" altLang="zh-CN" sz="6000" dirty="0"/>
              <a:t>Concept</a:t>
            </a:r>
            <a:br>
              <a:rPr lang="en-US" altLang="zh-CN" sz="6000" dirty="0"/>
            </a:br>
            <a:r>
              <a:rPr lang="en-US" altLang="zh-CN" sz="6000" dirty="0"/>
              <a:t>of JSP</a:t>
            </a:r>
            <a:endParaRPr lang="zh-CN" altLang="en-US" sz="6000" dirty="0"/>
          </a:p>
        </p:txBody>
      </p:sp>
      <p:sp>
        <p:nvSpPr>
          <p:cNvPr id="26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1557877"/>
            <a:ext cx="18288" cy="3749040"/>
          </a:xfrm>
          <a:custGeom>
            <a:avLst/>
            <a:gdLst>
              <a:gd name="csX0" fmla="*/ 0 w 18288"/>
              <a:gd name="csY0" fmla="*/ 0 h 3749040"/>
              <a:gd name="csX1" fmla="*/ 18288 w 18288"/>
              <a:gd name="csY1" fmla="*/ 0 h 3749040"/>
              <a:gd name="csX2" fmla="*/ 18288 w 18288"/>
              <a:gd name="csY2" fmla="*/ 662330 h 3749040"/>
              <a:gd name="csX3" fmla="*/ 18288 w 18288"/>
              <a:gd name="csY3" fmla="*/ 1174699 h 3749040"/>
              <a:gd name="csX4" fmla="*/ 18288 w 18288"/>
              <a:gd name="csY4" fmla="*/ 1724558 h 3749040"/>
              <a:gd name="csX5" fmla="*/ 18288 w 18288"/>
              <a:gd name="csY5" fmla="*/ 2424379 h 3749040"/>
              <a:gd name="csX6" fmla="*/ 18288 w 18288"/>
              <a:gd name="csY6" fmla="*/ 3049219 h 3749040"/>
              <a:gd name="csX7" fmla="*/ 18288 w 18288"/>
              <a:gd name="csY7" fmla="*/ 3749040 h 3749040"/>
              <a:gd name="csX8" fmla="*/ 0 w 18288"/>
              <a:gd name="csY8" fmla="*/ 3749040 h 3749040"/>
              <a:gd name="csX9" fmla="*/ 0 w 18288"/>
              <a:gd name="csY9" fmla="*/ 3236671 h 3749040"/>
              <a:gd name="csX10" fmla="*/ 0 w 18288"/>
              <a:gd name="csY10" fmla="*/ 2536850 h 3749040"/>
              <a:gd name="csX11" fmla="*/ 0 w 18288"/>
              <a:gd name="csY11" fmla="*/ 1874520 h 3749040"/>
              <a:gd name="csX12" fmla="*/ 0 w 18288"/>
              <a:gd name="csY12" fmla="*/ 1362151 h 3749040"/>
              <a:gd name="csX13" fmla="*/ 0 w 18288"/>
              <a:gd name="csY13" fmla="*/ 774802 h 3749040"/>
              <a:gd name="csX14" fmla="*/ 0 w 18288"/>
              <a:gd name="csY14" fmla="*/ 0 h 3749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288" h="3749040" fill="none" extrusionOk="0">
                <a:moveTo>
                  <a:pt x="0" y="0"/>
                </a:moveTo>
                <a:cubicBezTo>
                  <a:pt x="8690" y="407"/>
                  <a:pt x="14141" y="154"/>
                  <a:pt x="18288" y="0"/>
                </a:cubicBezTo>
                <a:cubicBezTo>
                  <a:pt x="34838" y="143586"/>
                  <a:pt x="-11860" y="333097"/>
                  <a:pt x="18288" y="662330"/>
                </a:cubicBezTo>
                <a:cubicBezTo>
                  <a:pt x="48436" y="991563"/>
                  <a:pt x="32813" y="1046681"/>
                  <a:pt x="18288" y="1174699"/>
                </a:cubicBezTo>
                <a:cubicBezTo>
                  <a:pt x="3763" y="1302717"/>
                  <a:pt x="40974" y="1467838"/>
                  <a:pt x="18288" y="1724558"/>
                </a:cubicBezTo>
                <a:cubicBezTo>
                  <a:pt x="-4398" y="1981278"/>
                  <a:pt x="36650" y="2215729"/>
                  <a:pt x="18288" y="2424379"/>
                </a:cubicBezTo>
                <a:cubicBezTo>
                  <a:pt x="-74" y="2633029"/>
                  <a:pt x="-9881" y="2874703"/>
                  <a:pt x="18288" y="3049219"/>
                </a:cubicBezTo>
                <a:cubicBezTo>
                  <a:pt x="46457" y="3223735"/>
                  <a:pt x="4078" y="3453850"/>
                  <a:pt x="18288" y="3749040"/>
                </a:cubicBezTo>
                <a:cubicBezTo>
                  <a:pt x="14465" y="3749751"/>
                  <a:pt x="7675" y="3748271"/>
                  <a:pt x="0" y="3749040"/>
                </a:cubicBezTo>
                <a:cubicBezTo>
                  <a:pt x="19669" y="3507959"/>
                  <a:pt x="-9883" y="3339386"/>
                  <a:pt x="0" y="3236671"/>
                </a:cubicBezTo>
                <a:cubicBezTo>
                  <a:pt x="9883" y="3133956"/>
                  <a:pt x="26871" y="2857214"/>
                  <a:pt x="0" y="2536850"/>
                </a:cubicBezTo>
                <a:cubicBezTo>
                  <a:pt x="-26871" y="2216486"/>
                  <a:pt x="4790" y="2156616"/>
                  <a:pt x="0" y="1874520"/>
                </a:cubicBezTo>
                <a:cubicBezTo>
                  <a:pt x="-4790" y="1592424"/>
                  <a:pt x="-3117" y="1558688"/>
                  <a:pt x="0" y="1362151"/>
                </a:cubicBezTo>
                <a:cubicBezTo>
                  <a:pt x="3117" y="1165614"/>
                  <a:pt x="16802" y="1045125"/>
                  <a:pt x="0" y="774802"/>
                </a:cubicBezTo>
                <a:cubicBezTo>
                  <a:pt x="-16802" y="504479"/>
                  <a:pt x="-29640" y="377701"/>
                  <a:pt x="0" y="0"/>
                </a:cubicBezTo>
                <a:close/>
              </a:path>
              <a:path w="18288" h="374904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3352" y="227288"/>
                  <a:pt x="30894" y="278824"/>
                  <a:pt x="18288" y="512369"/>
                </a:cubicBezTo>
                <a:cubicBezTo>
                  <a:pt x="5682" y="745914"/>
                  <a:pt x="53060" y="998220"/>
                  <a:pt x="18288" y="1212190"/>
                </a:cubicBezTo>
                <a:cubicBezTo>
                  <a:pt x="-16484" y="1426160"/>
                  <a:pt x="35474" y="1585099"/>
                  <a:pt x="18288" y="1837030"/>
                </a:cubicBezTo>
                <a:cubicBezTo>
                  <a:pt x="1102" y="2088961"/>
                  <a:pt x="16704" y="2251948"/>
                  <a:pt x="18288" y="2386889"/>
                </a:cubicBezTo>
                <a:cubicBezTo>
                  <a:pt x="19872" y="2521830"/>
                  <a:pt x="5902" y="2679005"/>
                  <a:pt x="18288" y="2936748"/>
                </a:cubicBezTo>
                <a:cubicBezTo>
                  <a:pt x="30674" y="3194491"/>
                  <a:pt x="13809" y="3416052"/>
                  <a:pt x="18288" y="3749040"/>
                </a:cubicBezTo>
                <a:cubicBezTo>
                  <a:pt x="9729" y="3749861"/>
                  <a:pt x="3965" y="3749683"/>
                  <a:pt x="0" y="3749040"/>
                </a:cubicBezTo>
                <a:cubicBezTo>
                  <a:pt x="-10152" y="3632102"/>
                  <a:pt x="-5013" y="3340136"/>
                  <a:pt x="0" y="3236671"/>
                </a:cubicBezTo>
                <a:cubicBezTo>
                  <a:pt x="5013" y="3133206"/>
                  <a:pt x="-27249" y="2814766"/>
                  <a:pt x="0" y="2649322"/>
                </a:cubicBezTo>
                <a:cubicBezTo>
                  <a:pt x="27249" y="2483878"/>
                  <a:pt x="8506" y="2308131"/>
                  <a:pt x="0" y="2061972"/>
                </a:cubicBezTo>
                <a:cubicBezTo>
                  <a:pt x="-8506" y="1815813"/>
                  <a:pt x="-14267" y="1574470"/>
                  <a:pt x="0" y="1399642"/>
                </a:cubicBezTo>
                <a:cubicBezTo>
                  <a:pt x="14267" y="1224814"/>
                  <a:pt x="-24839" y="1011862"/>
                  <a:pt x="0" y="812292"/>
                </a:cubicBezTo>
                <a:cubicBezTo>
                  <a:pt x="24839" y="612722"/>
                  <a:pt x="20220" y="37217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内容占位符 5">
            <a:extLst>
              <a:ext uri="{FF2B5EF4-FFF2-40B4-BE49-F238E27FC236}">
                <a16:creationId xmlns:a16="http://schemas.microsoft.com/office/drawing/2014/main" id="{908F8049-939B-5FC0-1ADF-B13B7ED374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851829"/>
              </p:ext>
            </p:extLst>
          </p:nvPr>
        </p:nvGraphicFramePr>
        <p:xfrm>
          <a:off x="4648018" y="640822"/>
          <a:ext cx="720819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864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6847C9D0-1575-4375-B87D-09277C5136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graphicEl>
                                              <a:dgm id="{6847C9D0-1575-4375-B87D-09277C51368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2000DE6-50C7-4510-9496-07135065C8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graphicEl>
                                              <a:dgm id="{92000DE6-50C7-4510-9496-07135065C8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0ABF344F-5B88-4955-A681-D90444D614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graphicEl>
                                              <a:dgm id="{0ABF344F-5B88-4955-A681-D90444D6144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E210188D-6432-4239-A1A8-B97F68736E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graphicEl>
                                              <a:dgm id="{E210188D-6432-4239-A1A8-B97F68736E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Sub>
          <a:bldDgm bld="lvl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CC05006-3073-795A-19D1-95A9949A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US" altLang="zh-CN" sz="7200" dirty="0"/>
              <a:t>JSP Components</a:t>
            </a:r>
            <a:endParaRPr lang="zh-CN" altLang="en-US" sz="7200" dirty="0"/>
          </a:p>
        </p:txBody>
      </p:sp>
      <p:sp>
        <p:nvSpPr>
          <p:cNvPr id="46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F061D4FA-1034-6AA9-D047-6DB542DD6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414427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9843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1541100-5D56-4683-BA58-D4C5D640CD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91541100-5D56-4683-BA58-D4C5D640CDF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B82C4EB-E233-49C7-B5F4-481DE9CCB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2B82C4EB-E233-49C7-B5F4-481DE9CCB8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935C396-5164-45D6-BA72-61AB54B18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D935C396-5164-45D6-BA72-61AB54B18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3EC171E-7430-497B-AB7A-0B04E0025D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73EC171E-7430-497B-AB7A-0B04E0025D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lvl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861-E920-CDD6-5F24-0A9A3EFE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 as view in MVC</a:t>
            </a:r>
            <a:endParaRPr lang="zh-CN" altLang="en-US" dirty="0"/>
          </a:p>
        </p:txBody>
      </p:sp>
      <p:graphicFrame>
        <p:nvGraphicFramePr>
          <p:cNvPr id="17" name="内容占位符 2">
            <a:extLst>
              <a:ext uri="{FF2B5EF4-FFF2-40B4-BE49-F238E27FC236}">
                <a16:creationId xmlns:a16="http://schemas.microsoft.com/office/drawing/2014/main" id="{136A09A5-A4B3-5AC7-2A12-1FD9DF4790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381997"/>
              </p:ext>
            </p:extLst>
          </p:nvPr>
        </p:nvGraphicFramePr>
        <p:xfrm>
          <a:off x="838200" y="1929383"/>
          <a:ext cx="10515600" cy="43747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6964BB1-78AF-886C-92C6-DA7194F799DE}"/>
              </a:ext>
            </a:extLst>
          </p:cNvPr>
          <p:cNvSpPr txBox="1"/>
          <p:nvPr/>
        </p:nvSpPr>
        <p:spPr>
          <a:xfrm>
            <a:off x="375408" y="74663"/>
            <a:ext cx="11595100" cy="3676016"/>
          </a:xfrm>
          <a:prstGeom prst="irregularSeal1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dirty="0"/>
              <a:t>Where does the data to be saved?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800" dirty="0"/>
              <a:t>What is the data storage method?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A4E3EC4-60AD-1FF2-3C44-273876BEBFFF}"/>
              </a:ext>
            </a:extLst>
          </p:cNvPr>
          <p:cNvSpPr txBox="1"/>
          <p:nvPr/>
        </p:nvSpPr>
        <p:spPr>
          <a:xfrm>
            <a:off x="6172958" y="3919182"/>
            <a:ext cx="5180842" cy="95410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altLang="zh-CN" sz="2800" dirty="0"/>
              <a:t>What class is the out object? </a:t>
            </a:r>
          </a:p>
          <a:p>
            <a:r>
              <a:rPr lang="en-US" altLang="zh-CN" sz="2800" dirty="0"/>
              <a:t>Where does it come from?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465444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F2EFB7B-AAF5-4503-BAA7-B108C70E22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dgm id="{9F2EFB7B-AAF5-4503-BAA7-B108C70E22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AD279AB-40EE-4A00-A9D4-95A5A36F39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graphicEl>
                                              <a:dgm id="{0AD279AB-40EE-4A00-A9D4-95A5A36F39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21BBFBB-8774-42C9-A411-BAEC7E07AC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graphicEl>
                                              <a:dgm id="{321BBFBB-8774-42C9-A411-BAEC7E07AC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F35AD25-7A4C-4AD1-9B56-AE51355213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graphicEl>
                                              <a:dgm id="{4F35AD25-7A4C-4AD1-9B56-AE513552138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lvlOne"/>
        </p:bldSub>
      </p:bldGraphic>
      <p:bldP spid="6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表格 4">
            <a:extLst>
              <a:ext uri="{FF2B5EF4-FFF2-40B4-BE49-F238E27FC236}">
                <a16:creationId xmlns:a16="http://schemas.microsoft.com/office/drawing/2014/main" id="{2FC8A4F8-01A8-41FF-206C-B3171AE23232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524348769"/>
              </p:ext>
            </p:extLst>
          </p:nvPr>
        </p:nvGraphicFramePr>
        <p:xfrm>
          <a:off x="289217" y="1488347"/>
          <a:ext cx="11585013" cy="5088848"/>
        </p:xfrm>
        <a:graphic>
          <a:graphicData uri="http://schemas.openxmlformats.org/drawingml/2006/table">
            <a:tbl>
              <a:tblPr first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370080">
                  <a:extLst>
                    <a:ext uri="{9D8B030D-6E8A-4147-A177-3AD203B41FA5}">
                      <a16:colId xmlns:a16="http://schemas.microsoft.com/office/drawing/2014/main" val="1655796607"/>
                    </a:ext>
                  </a:extLst>
                </a:gridCol>
                <a:gridCol w="3424136">
                  <a:extLst>
                    <a:ext uri="{9D8B030D-6E8A-4147-A177-3AD203B41FA5}">
                      <a16:colId xmlns:a16="http://schemas.microsoft.com/office/drawing/2014/main" val="3592550103"/>
                    </a:ext>
                  </a:extLst>
                </a:gridCol>
                <a:gridCol w="5790797">
                  <a:extLst>
                    <a:ext uri="{9D8B030D-6E8A-4147-A177-3AD203B41FA5}">
                      <a16:colId xmlns:a16="http://schemas.microsoft.com/office/drawing/2014/main" val="2122599739"/>
                    </a:ext>
                  </a:extLst>
                </a:gridCol>
              </a:tblGrid>
              <a:tr h="531614"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altLang="zh-CN" sz="2400" b="0" kern="1050" cap="none" spc="0" dirty="0">
                          <a:solidFill>
                            <a:schemeClr val="bg1"/>
                          </a:solidFill>
                          <a:effectLst/>
                        </a:rPr>
                        <a:t>implicit object</a:t>
                      </a:r>
                      <a:endParaRPr lang="zh-CN" sz="2400" b="0" kern="105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altLang="zh-CN" sz="2400" b="0" kern="1050" cap="none" spc="0" dirty="0">
                          <a:solidFill>
                            <a:schemeClr val="bg1"/>
                          </a:solidFill>
                          <a:effectLst/>
                        </a:rPr>
                        <a:t>class type</a:t>
                      </a:r>
                      <a:endParaRPr lang="zh-CN" sz="2400" b="0" kern="105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</a:pPr>
                      <a:r>
                        <a:rPr lang="en-US" altLang="zh-CN" sz="24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Purpose</a:t>
                      </a:r>
                      <a:endParaRPr lang="zh-CN" sz="2400" b="0" kern="105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639039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HttpServletRequest</a:t>
                      </a:r>
                      <a:endParaRPr lang="zh-CN" altLang="en-US" sz="2400" b="1" kern="1200" cap="none" spc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Aft>
                          <a:spcPts val="0"/>
                        </a:spcAft>
                      </a:pPr>
                      <a:r>
                        <a:rPr lang="en-US" altLang="zh-CN" sz="2400" b="1" kern="1200" cap="none" spc="0" dirty="0">
                          <a:solidFill>
                            <a:schemeClr val="accent1"/>
                          </a:solidFill>
                          <a:effectLst/>
                        </a:rPr>
                        <a:t>Handle requests</a:t>
                      </a:r>
                      <a:endParaRPr lang="zh-CN" sz="2400" b="1" kern="1200" cap="none" spc="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091738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HttpServletResponse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responses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846333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HttpSession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200" cap="none" spc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sessions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22859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page</a:t>
                      </a:r>
                      <a:endParaRPr lang="zh-CN" altLang="en-US" sz="2400" kern="12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the page object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557289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</a:t>
                      </a:r>
                      <a:endParaRPr lang="zh-CN" altLang="en-US" sz="2400" b="1" kern="1200" cap="none" spc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b="1" kern="1200" cap="none" spc="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ServletContext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b="1" kern="1200" cap="none" spc="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the context</a:t>
                      </a:r>
                      <a:endParaRPr lang="zh-CN" altLang="en-US" sz="2400" b="1" kern="1200" cap="none" spc="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244158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config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ServletConfig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the configuration of the translated Servlet 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805850"/>
                  </a:ext>
                </a:extLst>
              </a:tr>
              <a:tr h="531614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400" kern="12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JspWriter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altLang="zh-CN" sz="240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output</a:t>
                      </a:r>
                      <a:endParaRPr lang="zh-CN" altLang="en-US" sz="240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07" marR="104355" marT="112313" marB="112313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482270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F486038-72A1-9E94-E072-540A2EC6453C}"/>
              </a:ext>
            </a:extLst>
          </p:cNvPr>
          <p:cNvSpPr txBox="1"/>
          <p:nvPr/>
        </p:nvSpPr>
        <p:spPr>
          <a:xfrm>
            <a:off x="289217" y="218329"/>
            <a:ext cx="11613564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Data is generally stored in the </a:t>
            </a:r>
            <a:r>
              <a:rPr lang="en-US" altLang="zh-CN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request, session, or application </a:t>
            </a:r>
            <a:r>
              <a:rPr lang="en-US" altLang="zh-CN" sz="2400" dirty="0"/>
              <a:t>context.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Data is saved as </a:t>
            </a:r>
            <a:r>
              <a:rPr lang="en-US" altLang="zh-CN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attributes or parameters</a:t>
            </a:r>
            <a:r>
              <a:rPr lang="en-US" altLang="zh-CN" sz="24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In JSP, these are accessed via </a:t>
            </a:r>
            <a:r>
              <a:rPr lang="en-US" altLang="zh-CN" sz="24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built-in implicit objects </a:t>
            </a:r>
            <a:r>
              <a:rPr lang="en-US" altLang="zh-CN" sz="2400" dirty="0"/>
              <a:t>(there are 9 in total).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010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C6A19-3E18-3182-C389-D9B9551D1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JSP as view in MVC</a:t>
            </a:r>
            <a:br>
              <a:rPr lang="en-US" altLang="zh-CN" dirty="0"/>
            </a:br>
            <a:r>
              <a:rPr lang="en-US" altLang="zh-CN" dirty="0"/>
              <a:t>Problems to be solved</a:t>
            </a:r>
            <a:endParaRPr lang="zh-CN" altLang="en-US" dirty="0"/>
          </a:p>
        </p:txBody>
      </p:sp>
      <p:graphicFrame>
        <p:nvGraphicFramePr>
          <p:cNvPr id="7" name="内容占位符 3">
            <a:extLst>
              <a:ext uri="{FF2B5EF4-FFF2-40B4-BE49-F238E27FC236}">
                <a16:creationId xmlns:a16="http://schemas.microsoft.com/office/drawing/2014/main" id="{B2A575C2-FBEE-86FF-8932-304F1498C1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379902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730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F71E7E-8CB9-4ECE-A069-24C6FC494A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0AF71E7E-8CB9-4ECE-A069-24C6FC494A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ABD44C-E1F2-4FC1-B9BB-32071E56AA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99ABD44C-E1F2-4FC1-B9BB-32071E56AA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0FC2DD2-8D6E-4E56-9C8D-C512E6CF75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20FC2DD2-8D6E-4E56-9C8D-C512E6CF75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6BE8843-904E-4FDD-8791-1A25391D9C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graphicEl>
                                              <a:dgm id="{36BE8843-904E-4FDD-8791-1A25391D9C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lvlAtOnc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7F88847-229C-CAC7-FEE0-C0B0F063F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64" y="548640"/>
            <a:ext cx="3924728" cy="5431536"/>
          </a:xfrm>
        </p:spPr>
        <p:txBody>
          <a:bodyPr>
            <a:normAutofit/>
          </a:bodyPr>
          <a:lstStyle/>
          <a:p>
            <a:pPr>
              <a:lnSpc>
                <a:spcPct val="95000"/>
              </a:lnSpc>
            </a:pPr>
            <a:r>
              <a:rPr lang="en-US" altLang="zh-CN" sz="5100" b="1" dirty="0">
                <a:solidFill>
                  <a:schemeClr val="accent1"/>
                </a:solidFill>
              </a:rPr>
              <a:t>EL</a:t>
            </a:r>
            <a:br>
              <a:rPr lang="en-US" altLang="zh-CN" sz="5100" dirty="0"/>
            </a:br>
            <a:r>
              <a:rPr lang="en-US" altLang="zh-CN" sz="5100" dirty="0"/>
              <a:t>Expression Language</a:t>
            </a:r>
            <a:br>
              <a:rPr lang="en-US" altLang="zh-CN" sz="5100" dirty="0"/>
            </a:br>
            <a:r>
              <a:rPr lang="en-US" altLang="zh-CN" sz="5100" dirty="0"/>
              <a:t>——</a:t>
            </a:r>
            <a:r>
              <a:rPr lang="en-US" altLang="zh-CN" sz="5100" b="1" dirty="0" err="1">
                <a:solidFill>
                  <a:schemeClr val="accent2"/>
                </a:solidFill>
              </a:rPr>
              <a:t>Scriptless</a:t>
            </a:r>
            <a:endParaRPr lang="zh-CN" altLang="en-US" sz="5100" b="1" dirty="0">
              <a:solidFill>
                <a:schemeClr val="accent2"/>
              </a:solidFill>
            </a:endParaRPr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39411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1275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2C413A-EEF3-7A86-D2E1-B901AE736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2326" y="552091"/>
            <a:ext cx="6278427" cy="5431536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Concept of EL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The main purpose is to </a:t>
            </a:r>
            <a:r>
              <a:rPr lang="en-US" altLang="zh-CN" b="1" dirty="0">
                <a:solidFill>
                  <a:schemeClr val="accent1"/>
                </a:solidFill>
              </a:rPr>
              <a:t>simplify JSP page output</a:t>
            </a:r>
            <a:r>
              <a:rPr lang="en-US" altLang="zh-CN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The syntax is simple: it starts with a </a:t>
            </a:r>
            <a:r>
              <a:rPr lang="en-US" altLang="zh-CN" b="1" dirty="0">
                <a:solidFill>
                  <a:schemeClr val="accent1"/>
                </a:solidFill>
              </a:rPr>
              <a:t>$</a:t>
            </a:r>
            <a:r>
              <a:rPr lang="en-US" altLang="zh-CN" dirty="0"/>
              <a:t> symbol, and the expression for the output value is written between </a:t>
            </a:r>
            <a:r>
              <a:rPr lang="en-US" altLang="zh-CN" b="1" dirty="0">
                <a:solidFill>
                  <a:schemeClr val="accent1"/>
                </a:solidFill>
              </a:rPr>
              <a:t>{ }</a:t>
            </a:r>
            <a:r>
              <a:rPr lang="en-US" altLang="zh-CN" dirty="0"/>
              <a:t>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E149EB-FBC5-CDA8-4CFF-B1402F444373}"/>
              </a:ext>
            </a:extLst>
          </p:cNvPr>
          <p:cNvSpPr txBox="1"/>
          <p:nvPr/>
        </p:nvSpPr>
        <p:spPr>
          <a:xfrm>
            <a:off x="5072326" y="5543651"/>
            <a:ext cx="6887761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3200" dirty="0">
                <a:latin typeface="Courier New" panose="02070309020205020404" pitchFamily="49" charset="0"/>
              </a:rPr>
              <a:t>${</a:t>
            </a:r>
            <a:r>
              <a:rPr lang="en-US" altLang="zh-CN" sz="3200" dirty="0" err="1">
                <a:latin typeface="Courier New" panose="02070309020205020404" pitchFamily="49" charset="0"/>
              </a:rPr>
              <a:t>sessionScope.number.count</a:t>
            </a:r>
            <a:r>
              <a:rPr lang="en-US" altLang="zh-CN" sz="3200" dirty="0">
                <a:latin typeface="Courier New" panose="02070309020205020404" pitchFamily="49" charset="0"/>
              </a:rPr>
              <a:t>}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28888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A839C6F-370D-45DF-A48C-B651F024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191719"/>
              </p:ext>
            </p:extLst>
          </p:nvPr>
        </p:nvGraphicFramePr>
        <p:xfrm>
          <a:off x="1981501" y="383409"/>
          <a:ext cx="10113222" cy="58187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19095">
                  <a:extLst>
                    <a:ext uri="{9D8B030D-6E8A-4147-A177-3AD203B41FA5}">
                      <a16:colId xmlns:a16="http://schemas.microsoft.com/office/drawing/2014/main" val="3278000765"/>
                    </a:ext>
                  </a:extLst>
                </a:gridCol>
                <a:gridCol w="6094127">
                  <a:extLst>
                    <a:ext uri="{9D8B030D-6E8A-4147-A177-3AD203B41FA5}">
                      <a16:colId xmlns:a16="http://schemas.microsoft.com/office/drawing/2014/main" val="3727630221"/>
                    </a:ext>
                  </a:extLst>
                </a:gridCol>
              </a:tblGrid>
              <a:tr h="310275"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50" dirty="0">
                          <a:effectLst/>
                        </a:rPr>
                        <a:t>implicit objects </a:t>
                      </a:r>
                      <a:endParaRPr lang="zh-CN" sz="24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050" dirty="0" err="1">
                          <a:effectLst/>
                        </a:rPr>
                        <a:t>desciption</a:t>
                      </a:r>
                      <a:endParaRPr lang="zh-CN" sz="2400" b="1" kern="105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941595"/>
                  </a:ext>
                </a:extLst>
              </a:tr>
              <a:tr h="299272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pageScope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page </a:t>
                      </a:r>
                      <a:r>
                        <a:rPr lang="en-US" altLang="zh-CN" sz="2400" kern="1200" dirty="0">
                          <a:effectLst/>
                        </a:rPr>
                        <a:t>scope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2487811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requestScope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request </a:t>
                      </a:r>
                      <a:r>
                        <a:rPr lang="en-US" altLang="zh-CN" sz="2400" kern="1200" dirty="0">
                          <a:effectLst/>
                        </a:rPr>
                        <a:t>scope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707335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sessionScope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session </a:t>
                      </a: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649371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effectLst/>
                        </a:rPr>
                        <a:t>applicationScope</a:t>
                      </a:r>
                      <a:endParaRPr lang="zh-CN" sz="2400" kern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</a:t>
                      </a: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scope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66891"/>
                  </a:ext>
                </a:extLst>
              </a:tr>
              <a:tr h="299272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param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request object parameters (String type)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796568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paramValues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effectLst/>
                        </a:rPr>
                        <a:t>request object parameters (String array)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306608"/>
                  </a:ext>
                </a:extLst>
              </a:tr>
              <a:tr h="299272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header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HTTP headers </a:t>
                      </a:r>
                      <a:r>
                        <a:rPr lang="en-US" altLang="zh-CN" sz="2400" kern="1200" dirty="0">
                          <a:effectLst/>
                        </a:rPr>
                        <a:t>(String type)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290921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headerValues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HTTP </a:t>
                      </a:r>
                      <a:r>
                        <a:rPr lang="en-US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headers</a:t>
                      </a: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(String array)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8888492"/>
                  </a:ext>
                </a:extLst>
              </a:tr>
              <a:tr h="299272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effectLst/>
                        </a:rPr>
                        <a:t>initParam</a:t>
                      </a:r>
                      <a:endParaRPr lang="zh-CN" sz="2400" kern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Application context </a:t>
                      </a:r>
                      <a:r>
                        <a:rPr lang="en-US" altLang="zh-CN" sz="2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r>
                        <a:rPr lang="en-US" altLang="zh-C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parameters</a:t>
                      </a:r>
                      <a:endParaRPr lang="zh-CN" altLang="en-US" sz="2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694759"/>
                  </a:ext>
                </a:extLst>
              </a:tr>
              <a:tr h="310275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cookie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</a:rPr>
                        <a:t>cookie values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266444"/>
                  </a:ext>
                </a:extLst>
              </a:tr>
              <a:tr h="554534"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</a:rPr>
                        <a:t>pageContext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400" kern="1200" dirty="0">
                          <a:effectLst/>
                        </a:rPr>
                        <a:t>context of page</a:t>
                      </a:r>
                      <a:endParaRPr lang="zh-CN" sz="2400" kern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5797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B9A599FC-E6AE-8FCA-0AB5-22E065663654}"/>
              </a:ext>
            </a:extLst>
          </p:cNvPr>
          <p:cNvSpPr txBox="1"/>
          <p:nvPr/>
        </p:nvSpPr>
        <p:spPr>
          <a:xfrm>
            <a:off x="252919" y="383409"/>
            <a:ext cx="19909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</a:rPr>
              <a:t>Implicit objects </a:t>
            </a:r>
            <a:r>
              <a:rPr lang="en-US" altLang="zh-CN" sz="3200" dirty="0"/>
              <a:t>in EL</a:t>
            </a:r>
            <a:endParaRPr lang="zh-CN" altLang="en-US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470134-8958-C7DE-BDAD-CD9789CD44E7}"/>
              </a:ext>
            </a:extLst>
          </p:cNvPr>
          <p:cNvSpPr txBox="1"/>
          <p:nvPr/>
        </p:nvSpPr>
        <p:spPr>
          <a:xfrm>
            <a:off x="6096000" y="1024647"/>
            <a:ext cx="5528905" cy="156966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Attributes in the scope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A Map-type object (key-value)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400" dirty="0"/>
              <a:t>Not a reference to the request or session object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DE5EF1-2C97-412A-7111-A53562B9B35F}"/>
              </a:ext>
            </a:extLst>
          </p:cNvPr>
          <p:cNvSpPr txBox="1"/>
          <p:nvPr/>
        </p:nvSpPr>
        <p:spPr>
          <a:xfrm>
            <a:off x="6096000" y="5677179"/>
            <a:ext cx="5528905" cy="95410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2800" dirty="0"/>
              <a:t>get request</a:t>
            </a:r>
            <a:r>
              <a:rPr lang="zh-CN" altLang="en-US" sz="2800" dirty="0"/>
              <a:t> </a:t>
            </a:r>
            <a:r>
              <a:rPr lang="en-US" altLang="zh-CN" sz="2800" dirty="0"/>
              <a:t>or session</a:t>
            </a:r>
            <a:r>
              <a:rPr lang="zh-CN" altLang="en-US" sz="2800" dirty="0"/>
              <a:t> </a:t>
            </a:r>
            <a:r>
              <a:rPr lang="en-US" altLang="zh-CN" sz="2800" dirty="0"/>
              <a:t>object from </a:t>
            </a:r>
            <a:r>
              <a:rPr lang="en-US" altLang="zh-CN" sz="2800" dirty="0" err="1"/>
              <a:t>pageContext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3539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318AE-ABD6-4D73-A35F-7B227006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The "." operator and </a:t>
            </a:r>
            <a:br>
              <a:rPr lang="en-US" altLang="zh-CN" b="1" dirty="0"/>
            </a:br>
            <a:r>
              <a:rPr lang="en-US" altLang="zh-CN" b="1" dirty="0"/>
              <a:t>the "[]" operator in EL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F7DD2E-B130-6F35-0BEE-5B0E14116C51}"/>
              </a:ext>
            </a:extLst>
          </p:cNvPr>
          <p:cNvSpPr txBox="1"/>
          <p:nvPr/>
        </p:nvSpPr>
        <p:spPr>
          <a:xfrm>
            <a:off x="8501976" y="2568287"/>
            <a:ext cx="3573292" cy="26776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When no scope is specified, it searches for the matching key-value pairs in ascending order of scope.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12E12D-8E15-BB74-3289-7B06FDAB4C5B}"/>
              </a:ext>
            </a:extLst>
          </p:cNvPr>
          <p:cNvSpPr txBox="1"/>
          <p:nvPr/>
        </p:nvSpPr>
        <p:spPr>
          <a:xfrm>
            <a:off x="747409" y="1898655"/>
            <a:ext cx="11883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Both operators can be used to access values of map-type objects (Key-Value)</a:t>
            </a:r>
            <a:endParaRPr lang="zh-CN" altLang="en-US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BE6704-939D-A87C-0F7D-FFE5083354B4}"/>
              </a:ext>
            </a:extLst>
          </p:cNvPr>
          <p:cNvSpPr txBox="1"/>
          <p:nvPr/>
        </p:nvSpPr>
        <p:spPr>
          <a:xfrm>
            <a:off x="838202" y="2568287"/>
            <a:ext cx="7469221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</a:rPr>
              <a:t>${</a:t>
            </a:r>
            <a:r>
              <a:rPr lang="en-US" altLang="zh-CN" sz="2800" dirty="0" err="1">
                <a:latin typeface="Courier New" panose="02070309020205020404" pitchFamily="49" charset="0"/>
              </a:rPr>
              <a:t>sessionScope.number.count</a:t>
            </a:r>
            <a:r>
              <a:rPr lang="en-US" altLang="zh-CN" sz="2800" dirty="0">
                <a:latin typeface="Courier New" panose="02070309020205020404" pitchFamily="49" charset="0"/>
              </a:rPr>
              <a:t>}</a:t>
            </a:r>
            <a:endParaRPr lang="zh-CN" altLang="en-US" sz="28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6C4CD9-8530-DD85-E693-3AA0E1F8D2DB}"/>
              </a:ext>
            </a:extLst>
          </p:cNvPr>
          <p:cNvSpPr txBox="1"/>
          <p:nvPr/>
        </p:nvSpPr>
        <p:spPr>
          <a:xfrm>
            <a:off x="838201" y="3197287"/>
            <a:ext cx="7469222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</a:rPr>
              <a:t>${</a:t>
            </a:r>
            <a:r>
              <a:rPr lang="en-US" altLang="zh-CN" sz="2800" dirty="0" err="1">
                <a:latin typeface="Courier New" panose="02070309020205020404" pitchFamily="49" charset="0"/>
              </a:rPr>
              <a:t>sessionScope.number</a:t>
            </a:r>
            <a:r>
              <a:rPr lang="en-US" altLang="zh-CN" sz="2800" dirty="0">
                <a:latin typeface="Courier New" panose="02070309020205020404" pitchFamily="49" charset="0"/>
              </a:rPr>
              <a:t>["count"]}</a:t>
            </a:r>
            <a:endParaRPr lang="zh-CN" altLang="en-US" sz="2800" dirty="0">
              <a:latin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AD751E3-38A8-DF80-9CF0-834E75C92EF6}"/>
              </a:ext>
            </a:extLst>
          </p:cNvPr>
          <p:cNvSpPr txBox="1"/>
          <p:nvPr/>
        </p:nvSpPr>
        <p:spPr>
          <a:xfrm>
            <a:off x="838201" y="3826287"/>
            <a:ext cx="7469222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</a:rPr>
              <a:t>${</a:t>
            </a:r>
            <a:r>
              <a:rPr lang="en-US" altLang="zh-CN" sz="2800" dirty="0" err="1">
                <a:latin typeface="Courier New" panose="02070309020205020404" pitchFamily="49" charset="0"/>
              </a:rPr>
              <a:t>sessionScope</a:t>
            </a:r>
            <a:r>
              <a:rPr lang="en-US" altLang="zh-CN" sz="2800" dirty="0">
                <a:latin typeface="Courier New" panose="02070309020205020404" pitchFamily="49" charset="0"/>
              </a:rPr>
              <a:t>[“number"]["count"]}</a:t>
            </a:r>
            <a:endParaRPr lang="zh-CN" altLang="en-US" sz="2800" dirty="0">
              <a:latin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648669-7293-15BD-EC2F-6968E07A8E5C}"/>
              </a:ext>
            </a:extLst>
          </p:cNvPr>
          <p:cNvSpPr txBox="1"/>
          <p:nvPr/>
        </p:nvSpPr>
        <p:spPr>
          <a:xfrm>
            <a:off x="838200" y="4520782"/>
            <a:ext cx="74074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400"/>
            </a:lvl1pPr>
          </a:lstStyle>
          <a:p>
            <a:r>
              <a:rPr lang="en-US" altLang="zh-CN" dirty="0"/>
              <a:t>The "[]" operator is also used to access elements </a:t>
            </a:r>
          </a:p>
          <a:p>
            <a:r>
              <a:rPr lang="en-US" altLang="zh-CN" dirty="0"/>
              <a:t>in an array.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F42EBE-31BC-5B53-863A-F27F88C0A028}"/>
              </a:ext>
            </a:extLst>
          </p:cNvPr>
          <p:cNvSpPr txBox="1"/>
          <p:nvPr/>
        </p:nvSpPr>
        <p:spPr>
          <a:xfrm>
            <a:off x="838200" y="5517172"/>
            <a:ext cx="7469222" cy="52322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>
                <a:latin typeface="Courier New" panose="02070309020205020404" pitchFamily="49" charset="0"/>
              </a:rPr>
              <a:t>${</a:t>
            </a:r>
            <a:r>
              <a:rPr lang="en-US" altLang="zh-CN" sz="2800" dirty="0" err="1">
                <a:latin typeface="Courier New" panose="02070309020205020404" pitchFamily="49" charset="0"/>
              </a:rPr>
              <a:t>ParamValues.number</a:t>
            </a:r>
            <a:r>
              <a:rPr lang="en-US" altLang="zh-CN" sz="2800" dirty="0">
                <a:latin typeface="Courier New" panose="02070309020205020404" pitchFamily="49" charset="0"/>
              </a:rPr>
              <a:t>[0] }</a:t>
            </a:r>
            <a:endParaRPr lang="zh-CN" altLang="en-US" sz="28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67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916E13B-8262-47D3-92C0-8E6B45E4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85" y="640823"/>
            <a:ext cx="3730274" cy="5583148"/>
          </a:xfrm>
        </p:spPr>
        <p:txBody>
          <a:bodyPr anchor="ctr">
            <a:normAutofit/>
          </a:bodyPr>
          <a:lstStyle/>
          <a:p>
            <a:r>
              <a:rPr lang="en-US" altLang="zh-CN" sz="6000" b="1" dirty="0"/>
              <a:t>JSTL</a:t>
            </a:r>
            <a:br>
              <a:rPr lang="en-US" altLang="zh-CN" sz="6000" b="1" dirty="0"/>
            </a:br>
            <a:br>
              <a:rPr lang="en-US" altLang="zh-CN" sz="6000" b="1" dirty="0"/>
            </a:br>
            <a:r>
              <a:rPr lang="en-US" altLang="zh-CN" b="1" dirty="0"/>
              <a:t>Jakarta Standard </a:t>
            </a:r>
            <a:r>
              <a:rPr lang="en-US" altLang="zh-CN" b="1" dirty="0">
                <a:solidFill>
                  <a:srgbClr val="FF0000"/>
                </a:solidFill>
              </a:rPr>
              <a:t>Tag Library</a:t>
            </a:r>
            <a:endParaRPr lang="zh-CN" altLang="en-US" sz="6000" dirty="0">
              <a:solidFill>
                <a:srgbClr val="FF0000"/>
              </a:solidFill>
            </a:endParaRP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14992" y="1557877"/>
            <a:ext cx="18288" cy="3749040"/>
          </a:xfrm>
          <a:custGeom>
            <a:avLst/>
            <a:gdLst>
              <a:gd name="csX0" fmla="*/ 0 w 18288"/>
              <a:gd name="csY0" fmla="*/ 0 h 3749040"/>
              <a:gd name="csX1" fmla="*/ 18288 w 18288"/>
              <a:gd name="csY1" fmla="*/ 0 h 3749040"/>
              <a:gd name="csX2" fmla="*/ 18288 w 18288"/>
              <a:gd name="csY2" fmla="*/ 662330 h 3749040"/>
              <a:gd name="csX3" fmla="*/ 18288 w 18288"/>
              <a:gd name="csY3" fmla="*/ 1174699 h 3749040"/>
              <a:gd name="csX4" fmla="*/ 18288 w 18288"/>
              <a:gd name="csY4" fmla="*/ 1724558 h 3749040"/>
              <a:gd name="csX5" fmla="*/ 18288 w 18288"/>
              <a:gd name="csY5" fmla="*/ 2424379 h 3749040"/>
              <a:gd name="csX6" fmla="*/ 18288 w 18288"/>
              <a:gd name="csY6" fmla="*/ 3049219 h 3749040"/>
              <a:gd name="csX7" fmla="*/ 18288 w 18288"/>
              <a:gd name="csY7" fmla="*/ 3749040 h 3749040"/>
              <a:gd name="csX8" fmla="*/ 0 w 18288"/>
              <a:gd name="csY8" fmla="*/ 3749040 h 3749040"/>
              <a:gd name="csX9" fmla="*/ 0 w 18288"/>
              <a:gd name="csY9" fmla="*/ 3236671 h 3749040"/>
              <a:gd name="csX10" fmla="*/ 0 w 18288"/>
              <a:gd name="csY10" fmla="*/ 2536850 h 3749040"/>
              <a:gd name="csX11" fmla="*/ 0 w 18288"/>
              <a:gd name="csY11" fmla="*/ 1874520 h 3749040"/>
              <a:gd name="csX12" fmla="*/ 0 w 18288"/>
              <a:gd name="csY12" fmla="*/ 1362151 h 3749040"/>
              <a:gd name="csX13" fmla="*/ 0 w 18288"/>
              <a:gd name="csY13" fmla="*/ 774802 h 3749040"/>
              <a:gd name="csX14" fmla="*/ 0 w 18288"/>
              <a:gd name="csY14" fmla="*/ 0 h 3749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8288" h="3749040" fill="none" extrusionOk="0">
                <a:moveTo>
                  <a:pt x="0" y="0"/>
                </a:moveTo>
                <a:cubicBezTo>
                  <a:pt x="8690" y="407"/>
                  <a:pt x="14141" y="154"/>
                  <a:pt x="18288" y="0"/>
                </a:cubicBezTo>
                <a:cubicBezTo>
                  <a:pt x="34838" y="143586"/>
                  <a:pt x="-11860" y="333097"/>
                  <a:pt x="18288" y="662330"/>
                </a:cubicBezTo>
                <a:cubicBezTo>
                  <a:pt x="48436" y="991563"/>
                  <a:pt x="32813" y="1046681"/>
                  <a:pt x="18288" y="1174699"/>
                </a:cubicBezTo>
                <a:cubicBezTo>
                  <a:pt x="3763" y="1302717"/>
                  <a:pt x="40974" y="1467838"/>
                  <a:pt x="18288" y="1724558"/>
                </a:cubicBezTo>
                <a:cubicBezTo>
                  <a:pt x="-4398" y="1981278"/>
                  <a:pt x="36650" y="2215729"/>
                  <a:pt x="18288" y="2424379"/>
                </a:cubicBezTo>
                <a:cubicBezTo>
                  <a:pt x="-74" y="2633029"/>
                  <a:pt x="-9881" y="2874703"/>
                  <a:pt x="18288" y="3049219"/>
                </a:cubicBezTo>
                <a:cubicBezTo>
                  <a:pt x="46457" y="3223735"/>
                  <a:pt x="4078" y="3453850"/>
                  <a:pt x="18288" y="3749040"/>
                </a:cubicBezTo>
                <a:cubicBezTo>
                  <a:pt x="14465" y="3749751"/>
                  <a:pt x="7675" y="3748271"/>
                  <a:pt x="0" y="3749040"/>
                </a:cubicBezTo>
                <a:cubicBezTo>
                  <a:pt x="19669" y="3507959"/>
                  <a:pt x="-9883" y="3339386"/>
                  <a:pt x="0" y="3236671"/>
                </a:cubicBezTo>
                <a:cubicBezTo>
                  <a:pt x="9883" y="3133956"/>
                  <a:pt x="26871" y="2857214"/>
                  <a:pt x="0" y="2536850"/>
                </a:cubicBezTo>
                <a:cubicBezTo>
                  <a:pt x="-26871" y="2216486"/>
                  <a:pt x="4790" y="2156616"/>
                  <a:pt x="0" y="1874520"/>
                </a:cubicBezTo>
                <a:cubicBezTo>
                  <a:pt x="-4790" y="1592424"/>
                  <a:pt x="-3117" y="1558688"/>
                  <a:pt x="0" y="1362151"/>
                </a:cubicBezTo>
                <a:cubicBezTo>
                  <a:pt x="3117" y="1165614"/>
                  <a:pt x="16802" y="1045125"/>
                  <a:pt x="0" y="774802"/>
                </a:cubicBezTo>
                <a:cubicBezTo>
                  <a:pt x="-16802" y="504479"/>
                  <a:pt x="-29640" y="377701"/>
                  <a:pt x="0" y="0"/>
                </a:cubicBezTo>
                <a:close/>
              </a:path>
              <a:path w="18288" h="3749040" stroke="0" extrusionOk="0">
                <a:moveTo>
                  <a:pt x="0" y="0"/>
                </a:moveTo>
                <a:cubicBezTo>
                  <a:pt x="5341" y="9"/>
                  <a:pt x="11148" y="-611"/>
                  <a:pt x="18288" y="0"/>
                </a:cubicBezTo>
                <a:cubicBezTo>
                  <a:pt x="33352" y="227288"/>
                  <a:pt x="30894" y="278824"/>
                  <a:pt x="18288" y="512369"/>
                </a:cubicBezTo>
                <a:cubicBezTo>
                  <a:pt x="5682" y="745914"/>
                  <a:pt x="53060" y="998220"/>
                  <a:pt x="18288" y="1212190"/>
                </a:cubicBezTo>
                <a:cubicBezTo>
                  <a:pt x="-16484" y="1426160"/>
                  <a:pt x="35474" y="1585099"/>
                  <a:pt x="18288" y="1837030"/>
                </a:cubicBezTo>
                <a:cubicBezTo>
                  <a:pt x="1102" y="2088961"/>
                  <a:pt x="16704" y="2251948"/>
                  <a:pt x="18288" y="2386889"/>
                </a:cubicBezTo>
                <a:cubicBezTo>
                  <a:pt x="19872" y="2521830"/>
                  <a:pt x="5902" y="2679005"/>
                  <a:pt x="18288" y="2936748"/>
                </a:cubicBezTo>
                <a:cubicBezTo>
                  <a:pt x="30674" y="3194491"/>
                  <a:pt x="13809" y="3416052"/>
                  <a:pt x="18288" y="3749040"/>
                </a:cubicBezTo>
                <a:cubicBezTo>
                  <a:pt x="9729" y="3749861"/>
                  <a:pt x="3965" y="3749683"/>
                  <a:pt x="0" y="3749040"/>
                </a:cubicBezTo>
                <a:cubicBezTo>
                  <a:pt x="-10152" y="3632102"/>
                  <a:pt x="-5013" y="3340136"/>
                  <a:pt x="0" y="3236671"/>
                </a:cubicBezTo>
                <a:cubicBezTo>
                  <a:pt x="5013" y="3133206"/>
                  <a:pt x="-27249" y="2814766"/>
                  <a:pt x="0" y="2649322"/>
                </a:cubicBezTo>
                <a:cubicBezTo>
                  <a:pt x="27249" y="2483878"/>
                  <a:pt x="8506" y="2308131"/>
                  <a:pt x="0" y="2061972"/>
                </a:cubicBezTo>
                <a:cubicBezTo>
                  <a:pt x="-8506" y="1815813"/>
                  <a:pt x="-14267" y="1574470"/>
                  <a:pt x="0" y="1399642"/>
                </a:cubicBezTo>
                <a:cubicBezTo>
                  <a:pt x="14267" y="1224814"/>
                  <a:pt x="-24839" y="1011862"/>
                  <a:pt x="0" y="812292"/>
                </a:cubicBezTo>
                <a:cubicBezTo>
                  <a:pt x="24839" y="612722"/>
                  <a:pt x="20220" y="372179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+mn-ea"/>
              <a:cs typeface="+mn-cs"/>
            </a:endParaRPr>
          </a:p>
        </p:txBody>
      </p:sp>
      <p:graphicFrame>
        <p:nvGraphicFramePr>
          <p:cNvPr id="5" name="内容占位符 2">
            <a:extLst>
              <a:ext uri="{FF2B5EF4-FFF2-40B4-BE49-F238E27FC236}">
                <a16:creationId xmlns:a16="http://schemas.microsoft.com/office/drawing/2014/main" id="{EE255AE6-98C4-C419-CAA4-1CD5AD9DF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554022"/>
              </p:ext>
            </p:extLst>
          </p:nvPr>
        </p:nvGraphicFramePr>
        <p:xfrm>
          <a:off x="4648017" y="640822"/>
          <a:ext cx="7357935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3356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BB94E6-E55D-4FE6-9F7E-815960C1D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Use JSTL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5A480E-BCF3-4775-B958-1B09FE332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kern="50" dirty="0">
                <a:latin typeface="+mn-ea"/>
              </a:rPr>
              <a:t>To use JSTL tags on JSP pages, you need the </a:t>
            </a:r>
            <a:r>
              <a:rPr lang="en-US" altLang="zh-CN" kern="50" dirty="0" err="1">
                <a:latin typeface="+mn-ea"/>
              </a:rPr>
              <a:t>taglib</a:t>
            </a:r>
            <a:r>
              <a:rPr lang="en-US" altLang="zh-CN" kern="50" dirty="0">
                <a:latin typeface="+mn-ea"/>
              </a:rPr>
              <a:t> command to declare them.</a:t>
            </a:r>
          </a:p>
          <a:p>
            <a:pPr>
              <a:lnSpc>
                <a:spcPct val="150000"/>
              </a:lnSpc>
            </a:pPr>
            <a:r>
              <a:rPr lang="en-US" altLang="zh-CN" kern="50" dirty="0">
                <a:latin typeface="+mn-ea"/>
              </a:rPr>
              <a:t>&lt;%@</a:t>
            </a:r>
            <a:r>
              <a:rPr lang="en-US" altLang="zh-CN" kern="50" dirty="0" err="1">
                <a:latin typeface="+mn-ea"/>
              </a:rPr>
              <a:t>taglib</a:t>
            </a:r>
            <a:r>
              <a:rPr lang="en-US" altLang="zh-CN" kern="50" dirty="0">
                <a:latin typeface="+mn-ea"/>
              </a:rPr>
              <a:t> prefix=“prefix" </a:t>
            </a:r>
            <a:r>
              <a:rPr lang="en-US" altLang="zh-CN" kern="50" dirty="0" err="1">
                <a:latin typeface="+mn-ea"/>
              </a:rPr>
              <a:t>uri</a:t>
            </a:r>
            <a:r>
              <a:rPr lang="en-US" altLang="zh-CN" kern="50" dirty="0">
                <a:latin typeface="+mn-ea"/>
              </a:rPr>
              <a:t>=“</a:t>
            </a:r>
            <a:r>
              <a:rPr lang="en-US" altLang="zh-CN" kern="50" dirty="0" err="1">
                <a:latin typeface="+mn-ea"/>
              </a:rPr>
              <a:t>taglib</a:t>
            </a:r>
            <a:r>
              <a:rPr lang="en-US" altLang="zh-CN" kern="50" dirty="0">
                <a:latin typeface="+mn-ea"/>
              </a:rPr>
              <a:t> URI" %&gt;</a:t>
            </a:r>
            <a:endParaRPr lang="zh-CN" altLang="zh-CN" kern="5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0042FA-1E57-0B53-5B28-A1DF66994E3E}"/>
              </a:ext>
            </a:extLst>
          </p:cNvPr>
          <p:cNvSpPr txBox="1"/>
          <p:nvPr/>
        </p:nvSpPr>
        <p:spPr>
          <a:xfrm>
            <a:off x="838200" y="4357780"/>
            <a:ext cx="10694658" cy="65883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800" kern="50" dirty="0">
                <a:latin typeface="+mn-ea"/>
              </a:rPr>
              <a:t>&lt;%@ </a:t>
            </a:r>
            <a:r>
              <a:rPr lang="en-US" altLang="zh-CN" sz="2800" kern="50" dirty="0" err="1">
                <a:latin typeface="+mn-ea"/>
              </a:rPr>
              <a:t>taglib</a:t>
            </a:r>
            <a:r>
              <a:rPr lang="en-US" altLang="zh-CN" sz="2800" kern="50" dirty="0">
                <a:latin typeface="+mn-ea"/>
              </a:rPr>
              <a:t> prefix="c" </a:t>
            </a:r>
            <a:r>
              <a:rPr lang="en-US" altLang="zh-CN" sz="2800" kern="50" dirty="0" err="1">
                <a:latin typeface="+mn-ea"/>
              </a:rPr>
              <a:t>uri</a:t>
            </a:r>
            <a:r>
              <a:rPr lang="en-US" altLang="zh-CN" sz="2800" kern="50" dirty="0">
                <a:latin typeface="+mn-ea"/>
              </a:rPr>
              <a:t>="</a:t>
            </a:r>
            <a:r>
              <a:rPr lang="en-US" altLang="zh-CN" sz="2800" kern="50" dirty="0" err="1">
                <a:latin typeface="+mn-ea"/>
              </a:rPr>
              <a:t>jakarta.tags.core</a:t>
            </a:r>
            <a:r>
              <a:rPr lang="en-US" altLang="zh-CN" sz="2800" kern="50" dirty="0">
                <a:latin typeface="+mn-ea"/>
              </a:rPr>
              <a:t>"%&gt;</a:t>
            </a:r>
            <a:endParaRPr lang="zh-CN" altLang="zh-CN" sz="2800" kern="50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6F1C5C-1287-D35A-D032-3248D4B39BB4}"/>
              </a:ext>
            </a:extLst>
          </p:cNvPr>
          <p:cNvSpPr txBox="1"/>
          <p:nvPr/>
        </p:nvSpPr>
        <p:spPr>
          <a:xfrm>
            <a:off x="748670" y="1423874"/>
            <a:ext cx="10873717" cy="526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400" b="1" dirty="0"/>
              <a:t>Maven dependency</a:t>
            </a:r>
          </a:p>
          <a:p>
            <a:r>
              <a:rPr lang="en-US" altLang="zh-CN" sz="2400" dirty="0"/>
              <a:t>&lt;!-- Jakarta JSTL Core</a:t>
            </a:r>
            <a:r>
              <a:rPr lang="zh-CN" altLang="en-US" sz="2400" dirty="0"/>
              <a:t> </a:t>
            </a:r>
            <a:r>
              <a:rPr lang="en-US" altLang="zh-CN" sz="2400" dirty="0"/>
              <a:t>--&gt;</a:t>
            </a:r>
          </a:p>
          <a:p>
            <a:r>
              <a:rPr lang="en-US" altLang="zh-CN" sz="2400" dirty="0"/>
              <a:t>&lt;dependency&gt;</a:t>
            </a:r>
          </a:p>
          <a:p>
            <a:r>
              <a:rPr lang="en-US" altLang="zh-CN" sz="2400" dirty="0"/>
              <a:t>    &lt;</a:t>
            </a:r>
            <a:r>
              <a:rPr lang="en-US" altLang="zh-CN" sz="2400" dirty="0" err="1"/>
              <a:t>groupId</a:t>
            </a:r>
            <a:r>
              <a:rPr lang="en-US" altLang="zh-CN" sz="2400" dirty="0"/>
              <a:t>&gt;</a:t>
            </a:r>
            <a:r>
              <a:rPr lang="en-US" altLang="zh-CN" sz="2400" dirty="0" err="1"/>
              <a:t>org.glassfish.web</a:t>
            </a:r>
            <a:r>
              <a:rPr lang="en-US" altLang="zh-CN" sz="2400" dirty="0"/>
              <a:t>&lt;/</a:t>
            </a:r>
            <a:r>
              <a:rPr lang="en-US" altLang="zh-CN" sz="2400" dirty="0" err="1"/>
              <a:t>groupId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    &lt;</a:t>
            </a:r>
            <a:r>
              <a:rPr lang="en-US" altLang="zh-CN" sz="2400" dirty="0" err="1"/>
              <a:t>artifactId</a:t>
            </a:r>
            <a:r>
              <a:rPr lang="en-US" altLang="zh-CN" sz="2400" dirty="0"/>
              <a:t>&gt;</a:t>
            </a:r>
            <a:r>
              <a:rPr lang="en-US" altLang="zh-CN" sz="2400" dirty="0" err="1"/>
              <a:t>jakarta.servlet.jsp.jstl</a:t>
            </a:r>
            <a:r>
              <a:rPr lang="en-US" altLang="zh-CN" sz="2400" dirty="0"/>
              <a:t>&lt;/</a:t>
            </a:r>
            <a:r>
              <a:rPr lang="en-US" altLang="zh-CN" sz="2400" dirty="0" err="1"/>
              <a:t>artifactId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    &lt;version&gt;2.0.0&lt;/version&gt;</a:t>
            </a:r>
          </a:p>
          <a:p>
            <a:r>
              <a:rPr lang="en-US" altLang="zh-CN" sz="2400" dirty="0"/>
              <a:t>&lt;/dependency&gt;</a:t>
            </a:r>
          </a:p>
          <a:p>
            <a:endParaRPr lang="en-US" altLang="zh-CN" sz="2400" dirty="0"/>
          </a:p>
          <a:p>
            <a:r>
              <a:rPr lang="en-US" altLang="zh-CN" sz="2400" dirty="0"/>
              <a:t>&lt;!-- Jakarta JSTL API--&gt;</a:t>
            </a:r>
          </a:p>
          <a:p>
            <a:r>
              <a:rPr lang="en-US" altLang="zh-CN" sz="2400" dirty="0"/>
              <a:t>&lt;dependency&gt;</a:t>
            </a:r>
          </a:p>
          <a:p>
            <a:r>
              <a:rPr lang="en-US" altLang="zh-CN" sz="2400" dirty="0"/>
              <a:t>    &lt;</a:t>
            </a:r>
            <a:r>
              <a:rPr lang="en-US" altLang="zh-CN" sz="2400" dirty="0" err="1"/>
              <a:t>groupId</a:t>
            </a:r>
            <a:r>
              <a:rPr lang="en-US" altLang="zh-CN" sz="2400" dirty="0"/>
              <a:t>&gt;</a:t>
            </a:r>
            <a:r>
              <a:rPr lang="en-US" altLang="zh-CN" sz="2400" dirty="0" err="1"/>
              <a:t>jakarta.servlet.jsp.jstl</a:t>
            </a:r>
            <a:r>
              <a:rPr lang="en-US" altLang="zh-CN" sz="2400" dirty="0"/>
              <a:t>&lt;/</a:t>
            </a:r>
            <a:r>
              <a:rPr lang="en-US" altLang="zh-CN" sz="2400" dirty="0" err="1"/>
              <a:t>groupId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    &lt;</a:t>
            </a:r>
            <a:r>
              <a:rPr lang="en-US" altLang="zh-CN" sz="2400" dirty="0" err="1"/>
              <a:t>artifactId</a:t>
            </a:r>
            <a:r>
              <a:rPr lang="en-US" altLang="zh-CN" sz="2400" dirty="0"/>
              <a:t>&gt;</a:t>
            </a:r>
            <a:r>
              <a:rPr lang="en-US" altLang="zh-CN" sz="2400" dirty="0" err="1"/>
              <a:t>jakarta.servlet.jsp.jstl-api</a:t>
            </a:r>
            <a:r>
              <a:rPr lang="en-US" altLang="zh-CN" sz="2400" dirty="0"/>
              <a:t>&lt;/</a:t>
            </a:r>
            <a:r>
              <a:rPr lang="en-US" altLang="zh-CN" sz="2400" dirty="0" err="1"/>
              <a:t>artifactId</a:t>
            </a:r>
            <a:r>
              <a:rPr lang="en-US" altLang="zh-CN" sz="2400" dirty="0"/>
              <a:t>&gt;</a:t>
            </a:r>
          </a:p>
          <a:p>
            <a:r>
              <a:rPr lang="en-US" altLang="zh-CN" sz="2400" dirty="0"/>
              <a:t>    &lt;version&gt;2.0.0&lt;/version&gt;</a:t>
            </a:r>
          </a:p>
          <a:p>
            <a:r>
              <a:rPr lang="en-US" altLang="zh-CN" sz="2400" dirty="0"/>
              <a:t>&lt;/dependency&gt;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1846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73A75AC-D4BC-4D90-8383-44879DE6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/>
              <a:t>JSTL Core Library</a:t>
            </a:r>
            <a:br>
              <a:rPr lang="en-US" altLang="zh-CN" sz="3600" b="1" dirty="0"/>
            </a:br>
            <a:r>
              <a:rPr lang="en-US" altLang="zh-CN" sz="3600" b="1" dirty="0"/>
              <a:t>(</a:t>
            </a:r>
            <a:r>
              <a:rPr lang="en-US" altLang="zh-CN" sz="36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iterate(Loop) - </a:t>
            </a:r>
            <a:r>
              <a:rPr lang="en-US" altLang="zh-CN" sz="3600" b="1" dirty="0"/>
              <a:t>&lt;</a:t>
            </a:r>
            <a:r>
              <a:rPr lang="en-US" altLang="zh-CN" sz="3600" b="1" dirty="0" err="1"/>
              <a:t>c:forEach</a:t>
            </a:r>
            <a:r>
              <a:rPr lang="en-US" altLang="zh-CN" sz="3600" b="1" dirty="0"/>
              <a:t>&gt;)</a:t>
            </a:r>
            <a:endParaRPr lang="zh-CN" altLang="en-US" sz="36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5D52FE-5FF8-80F1-FC10-EFED8C797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The &lt;</a:t>
            </a:r>
            <a:r>
              <a:rPr lang="en-US" altLang="zh-CN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c:forEach</a:t>
            </a: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&gt; tag is used to iterate over a </a:t>
            </a:r>
            <a:r>
              <a:rPr lang="en-US" altLang="zh-CN" b="1" dirty="0">
                <a:solidFill>
                  <a:schemeClr val="accent1"/>
                </a:solidFill>
                <a:latin typeface="Microsoft YaHei"/>
              </a:rPr>
              <a:t>collection of objects </a:t>
            </a: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(like a List, Array, or Map) or to repeat a block of code a fixed number of times. </a:t>
            </a:r>
          </a:p>
          <a:p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It works just like a standard for loop in Java, but it keeps your JSP pages clean and free of Java </a:t>
            </a:r>
            <a:r>
              <a:rPr lang="en-US" altLang="zh-CN" dirty="0" err="1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scriptlets</a:t>
            </a:r>
            <a:r>
              <a:rPr lang="en-US" altLang="zh-CN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latin typeface="Microsoft YaHei"/>
              </a:rPr>
              <a:t>.</a:t>
            </a:r>
            <a:endParaRPr lang="zh-CN" altLang="en-US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Microsoft YaHei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BD0F78-6E5C-8ECB-DA2D-66FFDF870856}"/>
              </a:ext>
            </a:extLst>
          </p:cNvPr>
          <p:cNvSpPr txBox="1"/>
          <p:nvPr/>
        </p:nvSpPr>
        <p:spPr>
          <a:xfrm>
            <a:off x="838200" y="4246106"/>
            <a:ext cx="10515599" cy="224676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Use </a:t>
            </a:r>
            <a:r>
              <a:rPr lang="en-US" altLang="zh-CN" sz="2800" b="1" dirty="0">
                <a:solidFill>
                  <a:srgbClr val="FFFF00"/>
                </a:solidFill>
              </a:rPr>
              <a:t>items</a:t>
            </a:r>
            <a:r>
              <a:rPr lang="en-US" altLang="zh-CN" sz="2800" dirty="0"/>
              <a:t> and </a:t>
            </a:r>
            <a:r>
              <a:rPr lang="en-US" altLang="zh-CN" sz="2800" b="1" dirty="0">
                <a:solidFill>
                  <a:srgbClr val="FFFF00"/>
                </a:solidFill>
              </a:rPr>
              <a:t>var</a:t>
            </a:r>
            <a:r>
              <a:rPr lang="en-US" altLang="zh-CN" sz="2800" dirty="0"/>
              <a:t> to loop through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Use </a:t>
            </a:r>
            <a:r>
              <a:rPr lang="en-US" altLang="zh-CN" sz="2800" b="1" dirty="0">
                <a:solidFill>
                  <a:srgbClr val="FFFF00"/>
                </a:solidFill>
              </a:rPr>
              <a:t>begin</a:t>
            </a:r>
            <a:r>
              <a:rPr lang="en-US" altLang="zh-CN" sz="2800" dirty="0"/>
              <a:t> and </a:t>
            </a:r>
            <a:r>
              <a:rPr lang="en-US" altLang="zh-CN" sz="2800" b="1" dirty="0">
                <a:solidFill>
                  <a:srgbClr val="FFFF00"/>
                </a:solidFill>
              </a:rPr>
              <a:t>end</a:t>
            </a:r>
            <a:r>
              <a:rPr lang="en-US" altLang="zh-CN" sz="2800" dirty="0"/>
              <a:t> to loop a specific number of times.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Use </a:t>
            </a:r>
            <a:r>
              <a:rPr lang="en-US" altLang="zh-CN" sz="2800" b="1" dirty="0" err="1">
                <a:solidFill>
                  <a:srgbClr val="FFFF00"/>
                </a:solidFill>
              </a:rPr>
              <a:t>varStatus</a:t>
            </a:r>
            <a:r>
              <a:rPr lang="en-US" altLang="zh-CN" sz="2800" dirty="0"/>
              <a:t> whenever you need to know the row number(</a:t>
            </a:r>
            <a:r>
              <a:rPr lang="en-US" altLang="zh-CN" sz="2800" b="1" dirty="0">
                <a:solidFill>
                  <a:srgbClr val="FFFF00"/>
                </a:solidFill>
              </a:rPr>
              <a:t>count/index</a:t>
            </a:r>
            <a:r>
              <a:rPr lang="en-US" altLang="zh-CN" sz="2800" dirty="0"/>
              <a:t>), check if you are at the </a:t>
            </a:r>
            <a:r>
              <a:rPr lang="en-US" altLang="zh-CN" sz="2800" b="1" dirty="0">
                <a:solidFill>
                  <a:srgbClr val="FFFF00"/>
                </a:solidFill>
              </a:rPr>
              <a:t>first/last </a:t>
            </a:r>
            <a:r>
              <a:rPr lang="en-US" altLang="zh-CN" sz="2800" dirty="0"/>
              <a:t>item, or apply conditional styling.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5661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525511-2769-403A-808C-8F6891FA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JSTL Core Library</a:t>
            </a:r>
            <a:br>
              <a:rPr lang="en-US" altLang="zh-CN" b="1" dirty="0"/>
            </a:br>
            <a:r>
              <a:rPr lang="en-US" altLang="zh-CN" b="1" dirty="0"/>
              <a:t>(Single-branch selection</a:t>
            </a:r>
            <a:r>
              <a:rPr lang="zh-CN" altLang="en-US" b="1" dirty="0"/>
              <a:t>：</a:t>
            </a:r>
            <a:r>
              <a:rPr lang="en-US" altLang="zh-CN" b="1" dirty="0"/>
              <a:t>&lt;</a:t>
            </a:r>
            <a:r>
              <a:rPr lang="en-US" altLang="zh-CN" b="1" dirty="0" err="1"/>
              <a:t>c:if</a:t>
            </a:r>
            <a:r>
              <a:rPr lang="en-US" altLang="zh-CN" b="1" dirty="0"/>
              <a:t>&gt;)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7E9A0D-18C4-E2BC-E23E-490E6BD05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&lt;</a:t>
            </a:r>
            <a:r>
              <a:rPr lang="en-US" altLang="zh-CN" dirty="0" err="1"/>
              <a:t>c:if</a:t>
            </a:r>
            <a:r>
              <a:rPr lang="en-US" altLang="zh-CN" dirty="0"/>
              <a:t>&gt; tag is a core JSTL tag used </a:t>
            </a:r>
            <a:r>
              <a:rPr lang="en-US" altLang="zh-CN" b="1" dirty="0">
                <a:solidFill>
                  <a:schemeClr val="accent1"/>
                </a:solidFill>
              </a:rPr>
              <a:t>for conditional processing</a:t>
            </a:r>
            <a:r>
              <a:rPr lang="en-US" altLang="zh-CN" dirty="0"/>
              <a:t>. It works exactly like the standard if statement in Java. It evaluates a specific condition, and </a:t>
            </a:r>
            <a:r>
              <a:rPr lang="en-US" altLang="zh-CN" b="1" dirty="0">
                <a:solidFill>
                  <a:schemeClr val="accent2"/>
                </a:solidFill>
              </a:rPr>
              <a:t>if that condition is true, it renders the content inside its body.</a:t>
            </a:r>
          </a:p>
          <a:p>
            <a:pPr marL="0" indent="0">
              <a:buNone/>
            </a:pPr>
            <a:r>
              <a:rPr lang="en-US" altLang="zh-CN" dirty="0"/>
              <a:t>&lt;</a:t>
            </a:r>
            <a:r>
              <a:rPr lang="en-US" altLang="zh-CN" dirty="0" err="1"/>
              <a:t>c:if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chemeClr val="accent2"/>
                </a:solidFill>
              </a:rPr>
              <a:t>test="${condition}</a:t>
            </a:r>
            <a:r>
              <a:rPr lang="en-US" altLang="zh-CN" dirty="0"/>
              <a:t>"&gt;</a:t>
            </a:r>
          </a:p>
          <a:p>
            <a:pPr marL="0" indent="0">
              <a:buNone/>
            </a:pPr>
            <a:r>
              <a:rPr lang="en-US" altLang="zh-CN" dirty="0"/>
              <a:t>    &lt;!-- Content to display if the condition is true --&gt;</a:t>
            </a:r>
          </a:p>
          <a:p>
            <a:pPr marL="0" indent="0">
              <a:buNone/>
            </a:pPr>
            <a:r>
              <a:rPr lang="en-US" altLang="zh-CN" dirty="0"/>
              <a:t>&lt;/</a:t>
            </a:r>
            <a:r>
              <a:rPr lang="en-US" altLang="zh-CN" dirty="0" err="1"/>
              <a:t>c:if</a:t>
            </a:r>
            <a:r>
              <a:rPr lang="en-US" altLang="zh-CN" dirty="0"/>
              <a:t>&gt;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B67C87-BE34-F9D8-EEEB-84206619CC19}"/>
              </a:ext>
            </a:extLst>
          </p:cNvPr>
          <p:cNvSpPr txBox="1"/>
          <p:nvPr/>
        </p:nvSpPr>
        <p:spPr>
          <a:xfrm>
            <a:off x="1972293" y="6066837"/>
            <a:ext cx="9381507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altLang="zh-CN" sz="2800" dirty="0"/>
              <a:t>The &lt;</a:t>
            </a:r>
            <a:r>
              <a:rPr lang="en-US" altLang="zh-CN" sz="2800" dirty="0" err="1"/>
              <a:t>c:if</a:t>
            </a:r>
            <a:r>
              <a:rPr lang="en-US" altLang="zh-CN" sz="2800" dirty="0"/>
              <a:t>&gt; tag does not have an else or else-if branch.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10988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73AA3-8290-4066-A394-5D5A8DE93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JSTL Core Library</a:t>
            </a:r>
            <a:br>
              <a:rPr lang="en-US" altLang="zh-CN" sz="3600" b="1" dirty="0"/>
            </a:br>
            <a:r>
              <a:rPr lang="en-US" altLang="zh-CN" sz="3600" b="1" dirty="0"/>
              <a:t>(Multi-branch selection</a:t>
            </a:r>
            <a:r>
              <a:rPr lang="zh-CN" altLang="en-US" sz="3600" b="1" dirty="0"/>
              <a:t>：</a:t>
            </a:r>
            <a:r>
              <a:rPr lang="en-US" altLang="zh-CN" sz="3600" b="1" dirty="0"/>
              <a:t>&lt;</a:t>
            </a:r>
            <a:r>
              <a:rPr lang="en-US" altLang="zh-CN" sz="3600" b="1" dirty="0" err="1"/>
              <a:t>c:choose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c:when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c:otherwise</a:t>
            </a:r>
            <a:r>
              <a:rPr lang="en-US" altLang="zh-CN" sz="3600" b="1" dirty="0"/>
              <a:t>&gt;)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131B88-1161-B473-E9FC-C94BF9625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&lt;</a:t>
            </a:r>
            <a:r>
              <a:rPr lang="en-US" altLang="zh-CN" dirty="0" err="1"/>
              <a:t>c:choose</a:t>
            </a:r>
            <a:r>
              <a:rPr lang="en-US" altLang="zh-CN" dirty="0"/>
              <a:t>&gt;, &lt;</a:t>
            </a:r>
            <a:r>
              <a:rPr lang="en-US" altLang="zh-CN" dirty="0" err="1"/>
              <a:t>c:when</a:t>
            </a:r>
            <a:r>
              <a:rPr lang="en-US" altLang="zh-CN" dirty="0"/>
              <a:t>&gt;, and &lt;</a:t>
            </a:r>
            <a:r>
              <a:rPr lang="en-US" altLang="zh-CN" dirty="0" err="1"/>
              <a:t>c:otherwise</a:t>
            </a:r>
            <a:r>
              <a:rPr lang="en-US" altLang="zh-CN" dirty="0"/>
              <a:t>&gt; tags are used together to handle </a:t>
            </a:r>
            <a:r>
              <a:rPr lang="en-US" altLang="zh-CN" b="1" dirty="0">
                <a:solidFill>
                  <a:schemeClr val="accent1"/>
                </a:solidFill>
              </a:rPr>
              <a:t>complex conditional logic with multiple branches</a:t>
            </a:r>
            <a:r>
              <a:rPr lang="en-US" altLang="zh-CN" dirty="0"/>
              <a:t>. They work exactly like an if-else </a:t>
            </a:r>
            <a:r>
              <a:rPr lang="en-US" altLang="zh-CN" dirty="0" err="1"/>
              <a:t>if-else</a:t>
            </a:r>
            <a:r>
              <a:rPr lang="en-US" altLang="zh-CN" dirty="0"/>
              <a:t> statement or a switch-case statement in Java.</a:t>
            </a:r>
          </a:p>
          <a:p>
            <a:r>
              <a:rPr lang="en-US" altLang="zh-CN" dirty="0"/>
              <a:t>Unlike the simple &lt;</a:t>
            </a:r>
            <a:r>
              <a:rPr lang="en-US" altLang="zh-CN" dirty="0" err="1"/>
              <a:t>c:if</a:t>
            </a:r>
            <a:r>
              <a:rPr lang="en-US" altLang="zh-CN" dirty="0"/>
              <a:t>&gt; tag, this combination allows you to evaluate multiple conditions and provides a default fallback option.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7869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A32FC-B162-103D-5E26-F19A71C04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7B982-1152-699C-BCDB-13C9115E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JSTL Core Library</a:t>
            </a:r>
            <a:br>
              <a:rPr lang="en-US" altLang="zh-CN" sz="3600" b="1" dirty="0"/>
            </a:br>
            <a:r>
              <a:rPr lang="en-US" altLang="zh-CN" sz="3600" b="1" dirty="0"/>
              <a:t>(Multi-branch selection</a:t>
            </a:r>
            <a:r>
              <a:rPr lang="zh-CN" altLang="en-US" sz="3600" b="1" dirty="0"/>
              <a:t>：</a:t>
            </a:r>
            <a:r>
              <a:rPr lang="en-US" altLang="zh-CN" sz="3600" b="1" dirty="0"/>
              <a:t>&lt;</a:t>
            </a:r>
            <a:r>
              <a:rPr lang="en-US" altLang="zh-CN" sz="3600" b="1" dirty="0" err="1"/>
              <a:t>c:choose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c:when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c:otherwise</a:t>
            </a:r>
            <a:r>
              <a:rPr lang="en-US" altLang="zh-CN" sz="3600" b="1" dirty="0"/>
              <a:t>&gt;)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772126-DA2D-7E3C-539F-251EA46C7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These tags must follow a strict parent-child structure: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c:choose</a:t>
            </a:r>
            <a:r>
              <a:rPr lang="en-US" altLang="zh-CN" dirty="0"/>
              <a:t>&gt; (The Parent Container)</a:t>
            </a:r>
          </a:p>
          <a:p>
            <a:pPr marL="457200" lvl="1" indent="0">
              <a:buNone/>
            </a:pPr>
            <a:r>
              <a:rPr lang="en-US" altLang="zh-CN" dirty="0"/>
              <a:t>It acts as the wrapper for the entire conditional block. It doesn't have any attributes; its only job is to hold the &lt;</a:t>
            </a:r>
            <a:r>
              <a:rPr lang="en-US" altLang="zh-CN" dirty="0" err="1"/>
              <a:t>c:when</a:t>
            </a:r>
            <a:r>
              <a:rPr lang="en-US" altLang="zh-CN" dirty="0"/>
              <a:t>&gt; and &lt;</a:t>
            </a:r>
            <a:r>
              <a:rPr lang="en-US" altLang="zh-CN" dirty="0" err="1"/>
              <a:t>c:otherwise</a:t>
            </a:r>
            <a:r>
              <a:rPr lang="en-US" altLang="zh-CN" dirty="0"/>
              <a:t>&gt; tags.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c:when</a:t>
            </a:r>
            <a:r>
              <a:rPr lang="en-US" altLang="zh-CN" dirty="0"/>
              <a:t>&gt; (The Condition / Case)</a:t>
            </a:r>
          </a:p>
          <a:p>
            <a:pPr marL="457200" lvl="1" indent="0">
              <a:buNone/>
            </a:pPr>
            <a:r>
              <a:rPr lang="en-US" altLang="zh-CN" b="1" dirty="0">
                <a:solidFill>
                  <a:schemeClr val="accent1"/>
                </a:solidFill>
              </a:rPr>
              <a:t>This represents a specific condition to </a:t>
            </a:r>
            <a:r>
              <a:rPr lang="en-US" altLang="zh-CN" b="1" dirty="0">
                <a:solidFill>
                  <a:schemeClr val="accent2"/>
                </a:solidFill>
              </a:rPr>
              <a:t>test</a:t>
            </a:r>
            <a:r>
              <a:rPr lang="en-US" altLang="zh-CN" dirty="0"/>
              <a:t>. It has a required test attribute that </a:t>
            </a:r>
            <a:r>
              <a:rPr lang="en-US" altLang="zh-CN" b="1" dirty="0">
                <a:solidFill>
                  <a:schemeClr val="accent1"/>
                </a:solidFill>
              </a:rPr>
              <a:t>takes a </a:t>
            </a:r>
            <a:r>
              <a:rPr lang="en-US" altLang="zh-CN" b="1" dirty="0" err="1">
                <a:solidFill>
                  <a:schemeClr val="accent1"/>
                </a:solidFill>
              </a:rPr>
              <a:t>boolean</a:t>
            </a:r>
            <a:r>
              <a:rPr lang="en-US" altLang="zh-CN" b="1" dirty="0">
                <a:solidFill>
                  <a:schemeClr val="accent1"/>
                </a:solidFill>
              </a:rPr>
              <a:t> expression</a:t>
            </a:r>
            <a:r>
              <a:rPr lang="en-US" altLang="zh-CN" dirty="0"/>
              <a:t>. You can have one or multiple &lt;</a:t>
            </a:r>
            <a:r>
              <a:rPr lang="en-US" altLang="zh-CN" dirty="0" err="1"/>
              <a:t>c:when</a:t>
            </a:r>
            <a:r>
              <a:rPr lang="en-US" altLang="zh-CN" dirty="0"/>
              <a:t>&gt; tags inside a &lt;</a:t>
            </a:r>
            <a:r>
              <a:rPr lang="en-US" altLang="zh-CN" dirty="0" err="1"/>
              <a:t>c:choose</a:t>
            </a:r>
            <a:r>
              <a:rPr lang="en-US" altLang="zh-CN" dirty="0"/>
              <a:t>&gt; block.</a:t>
            </a:r>
          </a:p>
        </p:txBody>
      </p:sp>
    </p:spTree>
    <p:extLst>
      <p:ext uri="{BB962C8B-B14F-4D97-AF65-F5344CB8AC3E}">
        <p14:creationId xmlns:p14="http://schemas.microsoft.com/office/powerpoint/2010/main" val="154490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1E75-3820-2698-6A57-D967462C4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25A47-6BE4-6827-8B41-E19AC502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62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JSTL Core Library</a:t>
            </a:r>
            <a:br>
              <a:rPr lang="en-US" altLang="zh-CN" sz="3600" b="1" dirty="0"/>
            </a:br>
            <a:r>
              <a:rPr lang="en-US" altLang="zh-CN" sz="3600" b="1" dirty="0"/>
              <a:t>(Multi-branch selection</a:t>
            </a:r>
            <a:r>
              <a:rPr lang="zh-CN" altLang="en-US" sz="3600" b="1" dirty="0"/>
              <a:t>：</a:t>
            </a:r>
            <a:r>
              <a:rPr lang="en-US" altLang="zh-CN" sz="3600" b="1" dirty="0"/>
              <a:t>&lt;</a:t>
            </a:r>
            <a:r>
              <a:rPr lang="en-US" altLang="zh-CN" sz="3600" b="1" dirty="0" err="1"/>
              <a:t>c:choose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c:when</a:t>
            </a:r>
            <a:r>
              <a:rPr lang="en-US" altLang="zh-CN" sz="3600" b="1" dirty="0"/>
              <a:t>&gt;&lt;</a:t>
            </a:r>
            <a:r>
              <a:rPr lang="en-US" altLang="zh-CN" sz="3600" b="1" dirty="0" err="1"/>
              <a:t>c:otherwise</a:t>
            </a:r>
            <a:r>
              <a:rPr lang="en-US" altLang="zh-CN" sz="3600" b="1" dirty="0"/>
              <a:t>&gt;)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4DBAB1-4704-9F2B-30AC-322BD4B48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These tags must follow a strict parent-child structure:</a:t>
            </a:r>
          </a:p>
          <a:p>
            <a:pPr lvl="1"/>
            <a:r>
              <a:rPr lang="en-US" altLang="zh-CN" dirty="0"/>
              <a:t>&lt;</a:t>
            </a:r>
            <a:r>
              <a:rPr lang="en-US" altLang="zh-CN" dirty="0" err="1"/>
              <a:t>c:otherwise</a:t>
            </a:r>
            <a:r>
              <a:rPr lang="en-US" altLang="zh-CN" dirty="0"/>
              <a:t>&gt; (The Default / Else)</a:t>
            </a:r>
            <a:endParaRPr lang="zh-CN" altLang="zh-CN" dirty="0"/>
          </a:p>
          <a:p>
            <a:pPr marL="457200" lvl="1" indent="0">
              <a:buNone/>
            </a:pPr>
            <a:r>
              <a:rPr lang="en-US" altLang="zh-CN" dirty="0"/>
              <a:t>This acts as the </a:t>
            </a:r>
            <a:r>
              <a:rPr lang="en-US" altLang="zh-CN" b="1" dirty="0">
                <a:solidFill>
                  <a:schemeClr val="accent1"/>
                </a:solidFill>
              </a:rPr>
              <a:t>fallback option</a:t>
            </a:r>
            <a:r>
              <a:rPr lang="en-US" altLang="zh-CN" dirty="0"/>
              <a:t>. It is executed only if </a:t>
            </a:r>
            <a:r>
              <a:rPr lang="en-US" altLang="zh-CN" b="1" dirty="0">
                <a:solidFill>
                  <a:schemeClr val="accent1"/>
                </a:solidFill>
              </a:rPr>
              <a:t>none of the preceding &lt;</a:t>
            </a:r>
            <a:r>
              <a:rPr lang="en-US" altLang="zh-CN" b="1" dirty="0" err="1">
                <a:solidFill>
                  <a:schemeClr val="accent1"/>
                </a:solidFill>
              </a:rPr>
              <a:t>c:when</a:t>
            </a:r>
            <a:r>
              <a:rPr lang="en-US" altLang="zh-CN" b="1" dirty="0">
                <a:solidFill>
                  <a:schemeClr val="accent1"/>
                </a:solidFill>
              </a:rPr>
              <a:t>&gt; conditions are met</a:t>
            </a:r>
            <a:r>
              <a:rPr lang="en-US" altLang="zh-CN" dirty="0"/>
              <a:t>. There can be </a:t>
            </a:r>
            <a:r>
              <a:rPr lang="en-US" altLang="zh-CN" b="1" dirty="0">
                <a:solidFill>
                  <a:schemeClr val="accent2"/>
                </a:solidFill>
              </a:rPr>
              <a:t>at most one </a:t>
            </a:r>
            <a:r>
              <a:rPr lang="en-US" altLang="zh-CN" dirty="0"/>
              <a:t>&lt;</a:t>
            </a:r>
            <a:r>
              <a:rPr lang="en-US" altLang="zh-CN" dirty="0" err="1"/>
              <a:t>c:otherwise</a:t>
            </a:r>
            <a:r>
              <a:rPr lang="en-US" altLang="zh-CN" dirty="0"/>
              <a:t>&gt; tag per &lt;</a:t>
            </a:r>
            <a:r>
              <a:rPr lang="en-US" altLang="zh-CN" dirty="0" err="1"/>
              <a:t>c:choose</a:t>
            </a:r>
            <a:r>
              <a:rPr lang="en-US" altLang="zh-CN" dirty="0"/>
              <a:t>&gt;, and it must always be placed last.</a:t>
            </a:r>
            <a:endParaRPr lang="zh-CN" altLang="zh-CN" dirty="0"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AC1323-4685-B2EA-C714-664FA8E29BC4}"/>
              </a:ext>
            </a:extLst>
          </p:cNvPr>
          <p:cNvSpPr txBox="1"/>
          <p:nvPr/>
        </p:nvSpPr>
        <p:spPr>
          <a:xfrm>
            <a:off x="838200" y="1808869"/>
            <a:ext cx="10515600" cy="48320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&lt;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c:choose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c:when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test="${condition1}"&gt;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    &lt;!-- Executes if condition1 is true --&gt;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&lt;/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c:when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c:when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test="${condition2}"&gt;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    &lt;!-- Executes if condition2 is true --&gt;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&lt;/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c:when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c:otherwise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    &lt;!-- Executes if ALL conditions above are false --&gt;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    &lt;/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c:otherwise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</a:p>
          <a:p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&lt;/</a:t>
            </a:r>
            <a:r>
              <a:rPr lang="en-US" altLang="zh-CN" sz="2800" b="0" i="0" dirty="0" err="1">
                <a:solidFill>
                  <a:srgbClr val="393A34"/>
                </a:solidFill>
                <a:effectLst/>
                <a:latin typeface="ui-monospace"/>
              </a:rPr>
              <a:t>c:choose</a:t>
            </a:r>
            <a:r>
              <a:rPr lang="en-US" altLang="zh-CN" sz="2800" b="0" i="0" dirty="0">
                <a:solidFill>
                  <a:srgbClr val="393A34"/>
                </a:solidFill>
                <a:effectLst/>
                <a:latin typeface="ui-monospace"/>
              </a:rPr>
              <a:t>&gt;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9296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608</TotalTime>
  <Words>1543</Words>
  <Application>Microsoft Office PowerPoint</Application>
  <PresentationFormat>宽屏</PresentationFormat>
  <Paragraphs>184</Paragraphs>
  <Slides>16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3" baseType="lpstr">
      <vt:lpstr>ui-monospace</vt:lpstr>
      <vt:lpstr>等线</vt:lpstr>
      <vt:lpstr>Microsoft YaHei</vt:lpstr>
      <vt:lpstr>Arial</vt:lpstr>
      <vt:lpstr>Courier New</vt:lpstr>
      <vt:lpstr>Times New Roman</vt:lpstr>
      <vt:lpstr>SketchyVTI</vt:lpstr>
      <vt:lpstr>Lecture6 Introduction to JavaServerPage</vt:lpstr>
      <vt:lpstr>Concept of JSP</vt:lpstr>
      <vt:lpstr>JSP Components</vt:lpstr>
      <vt:lpstr>JSP as view in MVC</vt:lpstr>
      <vt:lpstr>PowerPoint 演示文稿</vt:lpstr>
      <vt:lpstr>JSP as view in MVC Problems to be solved</vt:lpstr>
      <vt:lpstr>EL Expression Language ——Scriptless</vt:lpstr>
      <vt:lpstr>PowerPoint 演示文稿</vt:lpstr>
      <vt:lpstr>The "." operator and  the "[]" operator in EL</vt:lpstr>
      <vt:lpstr>JSTL  Jakarta Standard Tag Library</vt:lpstr>
      <vt:lpstr>Use JSTL</vt:lpstr>
      <vt:lpstr>JSTL Core Library (iterate(Loop) - &lt;c:forEach&gt;)</vt:lpstr>
      <vt:lpstr>JSTL Core Library (Single-branch selection：&lt;c:if&gt;)</vt:lpstr>
      <vt:lpstr>JSTL Core Library (Multi-branch selection：&lt;c:choose&gt;&lt;c:when&gt;&lt;c:otherwise&gt;)</vt:lpstr>
      <vt:lpstr>JSTL Core Library (Multi-branch selection：&lt;c:choose&gt;&lt;c:when&gt;&lt;c:otherwise&gt;)</vt:lpstr>
      <vt:lpstr>JSTL Core Library (Multi-branch selection：&lt;c:choose&gt;&lt;c:when&gt;&lt;c:otherwise&gt;)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第7讲 Java Web网页 JavaServerPage</dc:title>
  <dc:creator>Yang Xuan</dc:creator>
  <cp:lastModifiedBy>Xuan Yang</cp:lastModifiedBy>
  <cp:revision>1</cp:revision>
  <dcterms:created xsi:type="dcterms:W3CDTF">2022-10-24T12:58:33Z</dcterms:created>
  <dcterms:modified xsi:type="dcterms:W3CDTF">2026-05-12T16:19:36Z</dcterms:modified>
</cp:coreProperties>
</file>